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4"/>
  </p:notesMasterIdLst>
  <p:sldIdLst>
    <p:sldId id="329" r:id="rId2"/>
    <p:sldId id="306" r:id="rId3"/>
    <p:sldId id="298" r:id="rId4"/>
    <p:sldId id="301" r:id="rId5"/>
    <p:sldId id="303" r:id="rId6"/>
    <p:sldId id="304" r:id="rId7"/>
    <p:sldId id="331" r:id="rId8"/>
    <p:sldId id="333" r:id="rId9"/>
    <p:sldId id="332" r:id="rId10"/>
    <p:sldId id="334" r:id="rId11"/>
    <p:sldId id="335" r:id="rId12"/>
    <p:sldId id="317" r:id="rId13"/>
  </p:sldIdLst>
  <p:sldSz cx="9144000" cy="6858000" type="screen4x3"/>
  <p:notesSz cx="6858000" cy="9144000"/>
  <p:embeddedFontLst>
    <p:embeddedFont>
      <p:font typeface="Archivo Narrow" panose="020B0604020202020204" charset="0"/>
      <p:regular r:id="rId15"/>
      <p:bold r:id="rId16"/>
      <p:italic r:id="rId17"/>
      <p:boldItalic r:id="rId18"/>
    </p:embeddedFont>
    <p:embeddedFont>
      <p:font typeface="Georgia" panose="02040502050405020303" pitchFamily="18" charset="0"/>
      <p:regular r:id="rId19"/>
      <p:bold r:id="rId20"/>
      <p:italic r:id="rId21"/>
      <p:boldItalic r:id="rId22"/>
    </p:embeddedFont>
    <p:embeddedFont>
      <p:font typeface="Heebo" pitchFamily="2" charset="-79"/>
      <p:regular r:id="rId23"/>
      <p:bold r:id="rId24"/>
    </p:embeddedFont>
    <p:embeddedFont>
      <p:font typeface="IBM Plex Sans Condensed" panose="020B0506050203000203" pitchFamily="34"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17ED485-B64A-4291-B9D0-DD02BAF62DC6}">
  <a:tblStyle styleId="{517ED485-B64A-4291-B9D0-DD02BAF62DC6}"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A2F90A7-7BE9-4A23-842F-DEDBBE7B8C1F}" styleName="Table_1">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FF1E8"/>
          </a:solidFill>
        </a:fill>
      </a:tcStyle>
    </a:wholeTbl>
    <a:band1H>
      <a:tcTxStyle b="off" i="off"/>
      <a:tcStyle>
        <a:tcBdr/>
        <a:fill>
          <a:solidFill>
            <a:srgbClr val="FFE2CD"/>
          </a:solidFill>
        </a:fill>
      </a:tcStyle>
    </a:band1H>
    <a:band2H>
      <a:tcTxStyle b="off" i="off"/>
      <a:tcStyle>
        <a:tcBdr/>
      </a:tcStyle>
    </a:band2H>
    <a:band1V>
      <a:tcTxStyle b="off" i="off"/>
      <a:tcStyle>
        <a:tcBdr/>
        <a:fill>
          <a:solidFill>
            <a:srgbClr val="FFE2CD"/>
          </a:solidFill>
        </a:fill>
      </a:tcStyle>
    </a:band1V>
    <a:band2V>
      <a:tcTxStyle b="off" i="off"/>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144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309"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1pPr>
            <a:lvl2pPr marL="914400" marR="0" lvl="1"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2pPr>
            <a:lvl3pPr marL="1371600" marR="0" lvl="2"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3pPr>
            <a:lvl4pPr marL="1828800" marR="0" lvl="3"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4pPr>
            <a:lvl5pPr marL="2286000" marR="0" lvl="4"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5pPr>
            <a:lvl6pPr marL="2743200" marR="0" lvl="5"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6pPr>
            <a:lvl7pPr marL="3200400" marR="0" lvl="6"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7pPr>
            <a:lvl8pPr marL="3657600" marR="0" lvl="7"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8pPr>
            <a:lvl9pPr marL="4114800" marR="0" lvl="8"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22541964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 name="Google Shape;95;p2:notes"/>
          <p:cNvSpPr>
            <a:spLocks noGrp="1" noRot="1" noChangeAspect="1"/>
          </p:cNvSpPr>
          <p:nvPr>
            <p:ph type="sldImg" idx="2"/>
          </p:nvPr>
        </p:nvSpPr>
        <p:spPr>
          <a:xfrm>
            <a:off x="2860675" y="512763"/>
            <a:ext cx="342265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106719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
        <p:cNvGrpSpPr/>
        <p:nvPr/>
      </p:nvGrpSpPr>
      <p:grpSpPr>
        <a:xfrm>
          <a:off x="0" y="0"/>
          <a:ext cx="0" cy="0"/>
          <a:chOff x="0" y="0"/>
          <a:chExt cx="0" cy="0"/>
        </a:xfrm>
      </p:grpSpPr>
      <p:sp>
        <p:nvSpPr>
          <p:cNvPr id="29" name="Google Shape;29;p4"/>
          <p:cNvSpPr txBox="1">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1pPr>
            <a:lvl2pPr marR="0" lvl="1" algn="l">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2pPr>
            <a:lvl3pPr marR="0" lvl="2" algn="l">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3pPr>
            <a:lvl4pPr marR="0" lvl="3" algn="l">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4pPr>
            <a:lvl5pPr marR="0" lvl="4" algn="l">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5pPr>
            <a:lvl6pPr marR="0" lvl="5" algn="l">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6pPr>
            <a:lvl7pPr marR="0" lvl="6" algn="l">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7pPr>
            <a:lvl8pPr marR="0" lvl="7" algn="l">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8pPr>
            <a:lvl9pPr marR="0" lvl="8" algn="l">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9pPr>
          </a:lstStyle>
          <a:p>
            <a:endParaRPr/>
          </a:p>
        </p:txBody>
      </p:sp>
      <p:sp>
        <p:nvSpPr>
          <p:cNvPr id="30" name="Google Shape;30;p4"/>
          <p:cNvSpPr txBox="1">
            <a:spLocks noGrp="1"/>
          </p:cNvSpPr>
          <p:nvPr>
            <p:ph type="body" idx="1"/>
          </p:nvPr>
        </p:nvSpPr>
        <p:spPr>
          <a:xfrm>
            <a:off x="311700" y="1536633"/>
            <a:ext cx="8520600" cy="4555200"/>
          </a:xfrm>
          <a:prstGeom prst="rect">
            <a:avLst/>
          </a:prstGeom>
          <a:noFill/>
          <a:ln>
            <a:noFill/>
          </a:ln>
        </p:spPr>
        <p:txBody>
          <a:bodyPr spcFirstLastPara="1" wrap="square" lIns="91425" tIns="91425" rIns="91425" bIns="91425" anchor="t" anchorCtr="0">
            <a:noAutofit/>
          </a:bodyPr>
          <a:lstStyle>
            <a:lvl1pPr marL="457200" marR="0" lvl="0" indent="-368300" algn="l">
              <a:lnSpc>
                <a:spcPct val="100000"/>
              </a:lnSpc>
              <a:spcBef>
                <a:spcPts val="0"/>
              </a:spcBef>
              <a:spcAft>
                <a:spcPts val="0"/>
              </a:spcAft>
              <a:buClr>
                <a:srgbClr val="000000"/>
              </a:buClr>
              <a:buSzPts val="2200"/>
              <a:buFont typeface="Archivo Narrow"/>
              <a:buChar char="●"/>
              <a:defRPr sz="2200" b="0" i="0" u="none" strike="noStrike" cap="none">
                <a:solidFill>
                  <a:srgbClr val="000000"/>
                </a:solidFill>
                <a:latin typeface="Archivo Narrow"/>
                <a:ea typeface="Archivo Narrow"/>
                <a:cs typeface="Archivo Narrow"/>
                <a:sym typeface="Archivo Narrow"/>
              </a:defRPr>
            </a:lvl1pPr>
            <a:lvl2pPr marL="914400" marR="0" lvl="1" indent="-342900" algn="l">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2pPr>
            <a:lvl3pPr marL="1371600" marR="0" lvl="2" indent="-342900" algn="l">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3pPr>
            <a:lvl4pPr marL="1828800" marR="0" lvl="3" indent="-342900" algn="l">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4pPr>
            <a:lvl5pPr marL="2286000" marR="0" lvl="4" indent="-342900" algn="l">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5pPr>
            <a:lvl6pPr marL="2743200" marR="0" lvl="5" indent="-342900" algn="l">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6pPr>
            <a:lvl7pPr marL="3200400" marR="0" lvl="6" indent="-342900" algn="l">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7pPr>
            <a:lvl8pPr marL="3657600" marR="0" lvl="7" indent="-342900" algn="l">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8pPr>
            <a:lvl9pPr marL="4114800" marR="0" lvl="8" indent="-342900" algn="l">
              <a:lnSpc>
                <a:spcPct val="100000"/>
              </a:lnSpc>
              <a:spcBef>
                <a:spcPts val="600"/>
              </a:spcBef>
              <a:spcAft>
                <a:spcPts val="60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9pPr>
          </a:lstStyle>
          <a:p>
            <a:endParaRPr/>
          </a:p>
        </p:txBody>
      </p:sp>
      <p:sp>
        <p:nvSpPr>
          <p:cNvPr id="31" name="Google Shape;31;p4"/>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32" name="Google Shape;32;p4"/>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4"/>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34" name="Google Shape;34;p4"/>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4"/>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 name="Google Shape;36;p4"/>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0" i="0" u="none" strike="noStrike" cap="none">
                <a:solidFill>
                  <a:srgbClr val="FFFFFF"/>
                </a:solidFill>
                <a:latin typeface="Georgia"/>
                <a:ea typeface="Georgia"/>
                <a:cs typeface="Georgia"/>
                <a:sym typeface="Georgia"/>
              </a:rPr>
              <a:t>CHRIST</a:t>
            </a:r>
            <a:br>
              <a:rPr lang="en-GB" sz="1400" b="0" i="0" u="none" strike="noStrike" cap="none">
                <a:solidFill>
                  <a:srgbClr val="FFFFFF"/>
                </a:solidFill>
                <a:latin typeface="Georgia"/>
                <a:ea typeface="Georgia"/>
                <a:cs typeface="Georgia"/>
                <a:sym typeface="Georgia"/>
              </a:rPr>
            </a:br>
            <a:r>
              <a:rPr lang="en-GB"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7"/>
        <p:cNvGrpSpPr/>
        <p:nvPr/>
      </p:nvGrpSpPr>
      <p:grpSpPr>
        <a:xfrm>
          <a:off x="0" y="0"/>
          <a:ext cx="0" cy="0"/>
          <a:chOff x="0" y="0"/>
          <a:chExt cx="0" cy="0"/>
        </a:xfrm>
      </p:grpSpPr>
      <p:sp>
        <p:nvSpPr>
          <p:cNvPr id="38" name="Google Shape;38;p5"/>
          <p:cNvSpPr txBox="1">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1pPr>
            <a:lvl2pPr marR="0" lvl="1" algn="l">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2pPr>
            <a:lvl3pPr marR="0" lvl="2" algn="l">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3pPr>
            <a:lvl4pPr marR="0" lvl="3" algn="l">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4pPr>
            <a:lvl5pPr marR="0" lvl="4" algn="l">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5pPr>
            <a:lvl6pPr marR="0" lvl="5" algn="l">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6pPr>
            <a:lvl7pPr marR="0" lvl="6" algn="l">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7pPr>
            <a:lvl8pPr marR="0" lvl="7" algn="l">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8pPr>
            <a:lvl9pPr marR="0" lvl="8" algn="l">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9pPr>
          </a:lstStyle>
          <a:p>
            <a:endParaRPr/>
          </a:p>
        </p:txBody>
      </p:sp>
      <p:sp>
        <p:nvSpPr>
          <p:cNvPr id="39" name="Google Shape;39;p5"/>
          <p:cNvSpPr txBox="1">
            <a:spLocks noGrp="1"/>
          </p:cNvSpPr>
          <p:nvPr>
            <p:ph type="body" idx="1"/>
          </p:nvPr>
        </p:nvSpPr>
        <p:spPr>
          <a:xfrm>
            <a:off x="311700" y="1536633"/>
            <a:ext cx="3999900" cy="4555200"/>
          </a:xfrm>
          <a:prstGeom prst="rect">
            <a:avLst/>
          </a:prstGeom>
          <a:noFill/>
          <a:ln>
            <a:noFill/>
          </a:ln>
        </p:spPr>
        <p:txBody>
          <a:bodyPr spcFirstLastPara="1" wrap="square" lIns="91425" tIns="91425" rIns="91425" bIns="91425" anchor="t" anchorCtr="0">
            <a:noAutofit/>
          </a:bodyPr>
          <a:lstStyle>
            <a:lvl1pPr marL="457200" marR="0" lvl="0" indent="-317500" algn="l">
              <a:lnSpc>
                <a:spcPct val="100000"/>
              </a:lnSpc>
              <a:spcBef>
                <a:spcPts val="0"/>
              </a:spcBef>
              <a:spcAft>
                <a:spcPts val="0"/>
              </a:spcAft>
              <a:buClr>
                <a:srgbClr val="000000"/>
              </a:buClr>
              <a:buSzPts val="1400"/>
              <a:buFont typeface="Archivo Narrow"/>
              <a:buChar char="●"/>
              <a:defRPr sz="1400" b="0" i="0" u="none" strike="noStrike" cap="none">
                <a:solidFill>
                  <a:srgbClr val="000000"/>
                </a:solidFill>
                <a:latin typeface="Archivo Narrow"/>
                <a:ea typeface="Archivo Narrow"/>
                <a:cs typeface="Archivo Narrow"/>
                <a:sym typeface="Archivo Narrow"/>
              </a:defRPr>
            </a:lvl1pPr>
            <a:lvl2pPr marL="914400" marR="0" lvl="1" indent="-304800" algn="l">
              <a:lnSpc>
                <a:spcPct val="100000"/>
              </a:lnSpc>
              <a:spcBef>
                <a:spcPts val="600"/>
              </a:spcBef>
              <a:spcAft>
                <a:spcPts val="0"/>
              </a:spcAft>
              <a:buClr>
                <a:srgbClr val="000000"/>
              </a:buClr>
              <a:buSzPts val="1200"/>
              <a:buFont typeface="Archivo Narrow"/>
              <a:buChar char="○"/>
              <a:defRPr sz="1200" b="0" i="0" u="none" strike="noStrike" cap="none">
                <a:solidFill>
                  <a:srgbClr val="000000"/>
                </a:solidFill>
                <a:latin typeface="Archivo Narrow"/>
                <a:ea typeface="Archivo Narrow"/>
                <a:cs typeface="Archivo Narrow"/>
                <a:sym typeface="Archivo Narrow"/>
              </a:defRPr>
            </a:lvl2pPr>
            <a:lvl3pPr marL="1371600" marR="0" lvl="2" indent="-304800" algn="l">
              <a:lnSpc>
                <a:spcPct val="100000"/>
              </a:lnSpc>
              <a:spcBef>
                <a:spcPts val="600"/>
              </a:spcBef>
              <a:spcAft>
                <a:spcPts val="0"/>
              </a:spcAft>
              <a:buClr>
                <a:srgbClr val="000000"/>
              </a:buClr>
              <a:buSzPts val="1200"/>
              <a:buFont typeface="Archivo Narrow"/>
              <a:buChar char="■"/>
              <a:defRPr sz="1200" b="0" i="0" u="none" strike="noStrike" cap="none">
                <a:solidFill>
                  <a:srgbClr val="000000"/>
                </a:solidFill>
                <a:latin typeface="Archivo Narrow"/>
                <a:ea typeface="Archivo Narrow"/>
                <a:cs typeface="Archivo Narrow"/>
                <a:sym typeface="Archivo Narrow"/>
              </a:defRPr>
            </a:lvl3pPr>
            <a:lvl4pPr marL="1828800" marR="0" lvl="3" indent="-304800" algn="l">
              <a:lnSpc>
                <a:spcPct val="100000"/>
              </a:lnSpc>
              <a:spcBef>
                <a:spcPts val="600"/>
              </a:spcBef>
              <a:spcAft>
                <a:spcPts val="0"/>
              </a:spcAft>
              <a:buClr>
                <a:srgbClr val="000000"/>
              </a:buClr>
              <a:buSzPts val="1200"/>
              <a:buFont typeface="Archivo Narrow"/>
              <a:buChar char="●"/>
              <a:defRPr sz="1200" b="0" i="0" u="none" strike="noStrike" cap="none">
                <a:solidFill>
                  <a:srgbClr val="000000"/>
                </a:solidFill>
                <a:latin typeface="Archivo Narrow"/>
                <a:ea typeface="Archivo Narrow"/>
                <a:cs typeface="Archivo Narrow"/>
                <a:sym typeface="Archivo Narrow"/>
              </a:defRPr>
            </a:lvl4pPr>
            <a:lvl5pPr marL="2286000" marR="0" lvl="4" indent="-304800" algn="l">
              <a:lnSpc>
                <a:spcPct val="100000"/>
              </a:lnSpc>
              <a:spcBef>
                <a:spcPts val="600"/>
              </a:spcBef>
              <a:spcAft>
                <a:spcPts val="0"/>
              </a:spcAft>
              <a:buClr>
                <a:srgbClr val="000000"/>
              </a:buClr>
              <a:buSzPts val="1200"/>
              <a:buFont typeface="Archivo Narrow"/>
              <a:buChar char="○"/>
              <a:defRPr sz="1200" b="0" i="0" u="none" strike="noStrike" cap="none">
                <a:solidFill>
                  <a:srgbClr val="000000"/>
                </a:solidFill>
                <a:latin typeface="Archivo Narrow"/>
                <a:ea typeface="Archivo Narrow"/>
                <a:cs typeface="Archivo Narrow"/>
                <a:sym typeface="Archivo Narrow"/>
              </a:defRPr>
            </a:lvl5pPr>
            <a:lvl6pPr marL="2743200" marR="0" lvl="5" indent="-304800" algn="l">
              <a:lnSpc>
                <a:spcPct val="100000"/>
              </a:lnSpc>
              <a:spcBef>
                <a:spcPts val="600"/>
              </a:spcBef>
              <a:spcAft>
                <a:spcPts val="0"/>
              </a:spcAft>
              <a:buClr>
                <a:srgbClr val="000000"/>
              </a:buClr>
              <a:buSzPts val="1200"/>
              <a:buFont typeface="Archivo Narrow"/>
              <a:buChar char="■"/>
              <a:defRPr sz="1200" b="0" i="0" u="none" strike="noStrike" cap="none">
                <a:solidFill>
                  <a:srgbClr val="000000"/>
                </a:solidFill>
                <a:latin typeface="Archivo Narrow"/>
                <a:ea typeface="Archivo Narrow"/>
                <a:cs typeface="Archivo Narrow"/>
                <a:sym typeface="Archivo Narrow"/>
              </a:defRPr>
            </a:lvl6pPr>
            <a:lvl7pPr marL="3200400" marR="0" lvl="6" indent="-304800" algn="l">
              <a:lnSpc>
                <a:spcPct val="100000"/>
              </a:lnSpc>
              <a:spcBef>
                <a:spcPts val="600"/>
              </a:spcBef>
              <a:spcAft>
                <a:spcPts val="0"/>
              </a:spcAft>
              <a:buClr>
                <a:srgbClr val="000000"/>
              </a:buClr>
              <a:buSzPts val="1200"/>
              <a:buFont typeface="Archivo Narrow"/>
              <a:buChar char="●"/>
              <a:defRPr sz="1200" b="0" i="0" u="none" strike="noStrike" cap="none">
                <a:solidFill>
                  <a:srgbClr val="000000"/>
                </a:solidFill>
                <a:latin typeface="Archivo Narrow"/>
                <a:ea typeface="Archivo Narrow"/>
                <a:cs typeface="Archivo Narrow"/>
                <a:sym typeface="Archivo Narrow"/>
              </a:defRPr>
            </a:lvl7pPr>
            <a:lvl8pPr marL="3657600" marR="0" lvl="7" indent="-304800" algn="l">
              <a:lnSpc>
                <a:spcPct val="100000"/>
              </a:lnSpc>
              <a:spcBef>
                <a:spcPts val="600"/>
              </a:spcBef>
              <a:spcAft>
                <a:spcPts val="0"/>
              </a:spcAft>
              <a:buClr>
                <a:srgbClr val="000000"/>
              </a:buClr>
              <a:buSzPts val="1200"/>
              <a:buFont typeface="Archivo Narrow"/>
              <a:buChar char="○"/>
              <a:defRPr sz="1200" b="0" i="0" u="none" strike="noStrike" cap="none">
                <a:solidFill>
                  <a:srgbClr val="000000"/>
                </a:solidFill>
                <a:latin typeface="Archivo Narrow"/>
                <a:ea typeface="Archivo Narrow"/>
                <a:cs typeface="Archivo Narrow"/>
                <a:sym typeface="Archivo Narrow"/>
              </a:defRPr>
            </a:lvl8pPr>
            <a:lvl9pPr marL="4114800" marR="0" lvl="8" indent="-304800" algn="l">
              <a:lnSpc>
                <a:spcPct val="100000"/>
              </a:lnSpc>
              <a:spcBef>
                <a:spcPts val="600"/>
              </a:spcBef>
              <a:spcAft>
                <a:spcPts val="600"/>
              </a:spcAft>
              <a:buClr>
                <a:srgbClr val="000000"/>
              </a:buClr>
              <a:buSzPts val="1200"/>
              <a:buFont typeface="Archivo Narrow"/>
              <a:buChar char="■"/>
              <a:defRPr sz="1200" b="0" i="0" u="none" strike="noStrike" cap="none">
                <a:solidFill>
                  <a:srgbClr val="000000"/>
                </a:solidFill>
                <a:latin typeface="Archivo Narrow"/>
                <a:ea typeface="Archivo Narrow"/>
                <a:cs typeface="Archivo Narrow"/>
                <a:sym typeface="Archivo Narrow"/>
              </a:defRPr>
            </a:lvl9pPr>
          </a:lstStyle>
          <a:p>
            <a:endParaRPr/>
          </a:p>
        </p:txBody>
      </p:sp>
      <p:sp>
        <p:nvSpPr>
          <p:cNvPr id="40" name="Google Shape;40;p5"/>
          <p:cNvSpPr txBox="1">
            <a:spLocks noGrp="1"/>
          </p:cNvSpPr>
          <p:nvPr>
            <p:ph type="body" idx="2"/>
          </p:nvPr>
        </p:nvSpPr>
        <p:spPr>
          <a:xfrm>
            <a:off x="4832400" y="1536633"/>
            <a:ext cx="3999900" cy="4555200"/>
          </a:xfrm>
          <a:prstGeom prst="rect">
            <a:avLst/>
          </a:prstGeom>
          <a:noFill/>
          <a:ln>
            <a:noFill/>
          </a:ln>
        </p:spPr>
        <p:txBody>
          <a:bodyPr spcFirstLastPara="1" wrap="square" lIns="91425" tIns="91425" rIns="91425" bIns="91425" anchor="t" anchorCtr="0">
            <a:noAutofit/>
          </a:bodyPr>
          <a:lstStyle>
            <a:lvl1pPr marL="457200" marR="0" lvl="0" indent="-317500" algn="l">
              <a:lnSpc>
                <a:spcPct val="100000"/>
              </a:lnSpc>
              <a:spcBef>
                <a:spcPts val="0"/>
              </a:spcBef>
              <a:spcAft>
                <a:spcPts val="0"/>
              </a:spcAft>
              <a:buClr>
                <a:srgbClr val="000000"/>
              </a:buClr>
              <a:buSzPts val="1400"/>
              <a:buFont typeface="Archivo Narrow"/>
              <a:buChar char="●"/>
              <a:defRPr sz="1400" b="0" i="0" u="none" strike="noStrike" cap="none">
                <a:solidFill>
                  <a:srgbClr val="000000"/>
                </a:solidFill>
                <a:latin typeface="Archivo Narrow"/>
                <a:ea typeface="Archivo Narrow"/>
                <a:cs typeface="Archivo Narrow"/>
                <a:sym typeface="Archivo Narrow"/>
              </a:defRPr>
            </a:lvl1pPr>
            <a:lvl2pPr marL="914400" marR="0" lvl="1" indent="-304800" algn="l">
              <a:lnSpc>
                <a:spcPct val="100000"/>
              </a:lnSpc>
              <a:spcBef>
                <a:spcPts val="600"/>
              </a:spcBef>
              <a:spcAft>
                <a:spcPts val="0"/>
              </a:spcAft>
              <a:buClr>
                <a:srgbClr val="000000"/>
              </a:buClr>
              <a:buSzPts val="1200"/>
              <a:buFont typeface="Archivo Narrow"/>
              <a:buChar char="○"/>
              <a:defRPr sz="1200" b="0" i="0" u="none" strike="noStrike" cap="none">
                <a:solidFill>
                  <a:srgbClr val="000000"/>
                </a:solidFill>
                <a:latin typeface="Archivo Narrow"/>
                <a:ea typeface="Archivo Narrow"/>
                <a:cs typeface="Archivo Narrow"/>
                <a:sym typeface="Archivo Narrow"/>
              </a:defRPr>
            </a:lvl2pPr>
            <a:lvl3pPr marL="1371600" marR="0" lvl="2" indent="-304800" algn="l">
              <a:lnSpc>
                <a:spcPct val="100000"/>
              </a:lnSpc>
              <a:spcBef>
                <a:spcPts val="600"/>
              </a:spcBef>
              <a:spcAft>
                <a:spcPts val="0"/>
              </a:spcAft>
              <a:buClr>
                <a:srgbClr val="000000"/>
              </a:buClr>
              <a:buSzPts val="1200"/>
              <a:buFont typeface="Archivo Narrow"/>
              <a:buChar char="■"/>
              <a:defRPr sz="1200" b="0" i="0" u="none" strike="noStrike" cap="none">
                <a:solidFill>
                  <a:srgbClr val="000000"/>
                </a:solidFill>
                <a:latin typeface="Archivo Narrow"/>
                <a:ea typeface="Archivo Narrow"/>
                <a:cs typeface="Archivo Narrow"/>
                <a:sym typeface="Archivo Narrow"/>
              </a:defRPr>
            </a:lvl3pPr>
            <a:lvl4pPr marL="1828800" marR="0" lvl="3" indent="-304800" algn="l">
              <a:lnSpc>
                <a:spcPct val="100000"/>
              </a:lnSpc>
              <a:spcBef>
                <a:spcPts val="600"/>
              </a:spcBef>
              <a:spcAft>
                <a:spcPts val="0"/>
              </a:spcAft>
              <a:buClr>
                <a:srgbClr val="000000"/>
              </a:buClr>
              <a:buSzPts val="1200"/>
              <a:buFont typeface="Archivo Narrow"/>
              <a:buChar char="●"/>
              <a:defRPr sz="1200" b="0" i="0" u="none" strike="noStrike" cap="none">
                <a:solidFill>
                  <a:srgbClr val="000000"/>
                </a:solidFill>
                <a:latin typeface="Archivo Narrow"/>
                <a:ea typeface="Archivo Narrow"/>
                <a:cs typeface="Archivo Narrow"/>
                <a:sym typeface="Archivo Narrow"/>
              </a:defRPr>
            </a:lvl4pPr>
            <a:lvl5pPr marL="2286000" marR="0" lvl="4" indent="-304800" algn="l">
              <a:lnSpc>
                <a:spcPct val="100000"/>
              </a:lnSpc>
              <a:spcBef>
                <a:spcPts val="600"/>
              </a:spcBef>
              <a:spcAft>
                <a:spcPts val="0"/>
              </a:spcAft>
              <a:buClr>
                <a:srgbClr val="000000"/>
              </a:buClr>
              <a:buSzPts val="1200"/>
              <a:buFont typeface="Archivo Narrow"/>
              <a:buChar char="○"/>
              <a:defRPr sz="1200" b="0" i="0" u="none" strike="noStrike" cap="none">
                <a:solidFill>
                  <a:srgbClr val="000000"/>
                </a:solidFill>
                <a:latin typeface="Archivo Narrow"/>
                <a:ea typeface="Archivo Narrow"/>
                <a:cs typeface="Archivo Narrow"/>
                <a:sym typeface="Archivo Narrow"/>
              </a:defRPr>
            </a:lvl5pPr>
            <a:lvl6pPr marL="2743200" marR="0" lvl="5" indent="-304800" algn="l">
              <a:lnSpc>
                <a:spcPct val="100000"/>
              </a:lnSpc>
              <a:spcBef>
                <a:spcPts val="600"/>
              </a:spcBef>
              <a:spcAft>
                <a:spcPts val="0"/>
              </a:spcAft>
              <a:buClr>
                <a:srgbClr val="000000"/>
              </a:buClr>
              <a:buSzPts val="1200"/>
              <a:buFont typeface="Archivo Narrow"/>
              <a:buChar char="■"/>
              <a:defRPr sz="1200" b="0" i="0" u="none" strike="noStrike" cap="none">
                <a:solidFill>
                  <a:srgbClr val="000000"/>
                </a:solidFill>
                <a:latin typeface="Archivo Narrow"/>
                <a:ea typeface="Archivo Narrow"/>
                <a:cs typeface="Archivo Narrow"/>
                <a:sym typeface="Archivo Narrow"/>
              </a:defRPr>
            </a:lvl6pPr>
            <a:lvl7pPr marL="3200400" marR="0" lvl="6" indent="-304800" algn="l">
              <a:lnSpc>
                <a:spcPct val="100000"/>
              </a:lnSpc>
              <a:spcBef>
                <a:spcPts val="600"/>
              </a:spcBef>
              <a:spcAft>
                <a:spcPts val="0"/>
              </a:spcAft>
              <a:buClr>
                <a:srgbClr val="000000"/>
              </a:buClr>
              <a:buSzPts val="1200"/>
              <a:buFont typeface="Archivo Narrow"/>
              <a:buChar char="●"/>
              <a:defRPr sz="1200" b="0" i="0" u="none" strike="noStrike" cap="none">
                <a:solidFill>
                  <a:srgbClr val="000000"/>
                </a:solidFill>
                <a:latin typeface="Archivo Narrow"/>
                <a:ea typeface="Archivo Narrow"/>
                <a:cs typeface="Archivo Narrow"/>
                <a:sym typeface="Archivo Narrow"/>
              </a:defRPr>
            </a:lvl7pPr>
            <a:lvl8pPr marL="3657600" marR="0" lvl="7" indent="-304800" algn="l">
              <a:lnSpc>
                <a:spcPct val="100000"/>
              </a:lnSpc>
              <a:spcBef>
                <a:spcPts val="600"/>
              </a:spcBef>
              <a:spcAft>
                <a:spcPts val="0"/>
              </a:spcAft>
              <a:buClr>
                <a:srgbClr val="000000"/>
              </a:buClr>
              <a:buSzPts val="1200"/>
              <a:buFont typeface="Archivo Narrow"/>
              <a:buChar char="○"/>
              <a:defRPr sz="1200" b="0" i="0" u="none" strike="noStrike" cap="none">
                <a:solidFill>
                  <a:srgbClr val="000000"/>
                </a:solidFill>
                <a:latin typeface="Archivo Narrow"/>
                <a:ea typeface="Archivo Narrow"/>
                <a:cs typeface="Archivo Narrow"/>
                <a:sym typeface="Archivo Narrow"/>
              </a:defRPr>
            </a:lvl8pPr>
            <a:lvl9pPr marL="4114800" marR="0" lvl="8" indent="-304800" algn="l">
              <a:lnSpc>
                <a:spcPct val="100000"/>
              </a:lnSpc>
              <a:spcBef>
                <a:spcPts val="600"/>
              </a:spcBef>
              <a:spcAft>
                <a:spcPts val="600"/>
              </a:spcAft>
              <a:buClr>
                <a:srgbClr val="000000"/>
              </a:buClr>
              <a:buSzPts val="1200"/>
              <a:buFont typeface="Archivo Narrow"/>
              <a:buChar char="■"/>
              <a:defRPr sz="1200" b="0" i="0" u="none" strike="noStrike" cap="none">
                <a:solidFill>
                  <a:srgbClr val="000000"/>
                </a:solidFill>
                <a:latin typeface="Archivo Narrow"/>
                <a:ea typeface="Archivo Narrow"/>
                <a:cs typeface="Archivo Narrow"/>
                <a:sym typeface="Archivo Narrow"/>
              </a:defRPr>
            </a:lvl9pPr>
          </a:lstStyle>
          <a:p>
            <a:endParaRPr/>
          </a:p>
        </p:txBody>
      </p:sp>
      <p:sp>
        <p:nvSpPr>
          <p:cNvPr id="41" name="Google Shape;41;p5"/>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42" name="Google Shape;42;p5"/>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p5"/>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44" name="Google Shape;44;p5"/>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5"/>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 name="Google Shape;46;p5"/>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0" i="0" u="none" strike="noStrike" cap="none">
                <a:solidFill>
                  <a:srgbClr val="FFFFFF"/>
                </a:solidFill>
                <a:latin typeface="Georgia"/>
                <a:ea typeface="Georgia"/>
                <a:cs typeface="Georgia"/>
                <a:sym typeface="Georgia"/>
              </a:rPr>
              <a:t>CHRIST</a:t>
            </a:r>
            <a:br>
              <a:rPr lang="en-GB" sz="1400" b="0" i="0" u="none" strike="noStrike" cap="none">
                <a:solidFill>
                  <a:srgbClr val="FFFFFF"/>
                </a:solidFill>
                <a:latin typeface="Georgia"/>
                <a:ea typeface="Georgia"/>
                <a:cs typeface="Georgia"/>
                <a:sym typeface="Georgia"/>
              </a:rPr>
            </a:br>
            <a:r>
              <a:rPr lang="en-GB"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6"/>
          <p:cNvSpPr txBox="1">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1pPr>
            <a:lvl2pPr marR="0" lvl="1" algn="l">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2pPr>
            <a:lvl3pPr marR="0" lvl="2" algn="l">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3pPr>
            <a:lvl4pPr marR="0" lvl="3" algn="l">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4pPr>
            <a:lvl5pPr marR="0" lvl="4" algn="l">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5pPr>
            <a:lvl6pPr marR="0" lvl="5" algn="l">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6pPr>
            <a:lvl7pPr marR="0" lvl="6" algn="l">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7pPr>
            <a:lvl8pPr marR="0" lvl="7" algn="l">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8pPr>
            <a:lvl9pPr marR="0" lvl="8" algn="l">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9pPr>
          </a:lstStyle>
          <a:p>
            <a:endParaRPr/>
          </a:p>
        </p:txBody>
      </p:sp>
      <p:sp>
        <p:nvSpPr>
          <p:cNvPr id="49" name="Google Shape;49;p6"/>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50" name="Google Shape;50;p6"/>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6"/>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52" name="Google Shape;52;p6"/>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 name="Google Shape;53;p6"/>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p6"/>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0" i="0" u="none" strike="noStrike" cap="none">
                <a:solidFill>
                  <a:srgbClr val="FFFFFF"/>
                </a:solidFill>
                <a:latin typeface="Georgia"/>
                <a:ea typeface="Georgia"/>
                <a:cs typeface="Georgia"/>
                <a:sym typeface="Georgia"/>
              </a:rPr>
              <a:t>CHRIST</a:t>
            </a:r>
            <a:br>
              <a:rPr lang="en-GB" sz="1400" b="0" i="0" u="none" strike="noStrike" cap="none">
                <a:solidFill>
                  <a:srgbClr val="FFFFFF"/>
                </a:solidFill>
                <a:latin typeface="Georgia"/>
                <a:ea typeface="Georgia"/>
                <a:cs typeface="Georgia"/>
                <a:sym typeface="Georgia"/>
              </a:rPr>
            </a:br>
            <a:r>
              <a:rPr lang="en-GB"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5"/>
        <p:cNvGrpSpPr/>
        <p:nvPr/>
      </p:nvGrpSpPr>
      <p:grpSpPr>
        <a:xfrm>
          <a:off x="0" y="0"/>
          <a:ext cx="0" cy="0"/>
          <a:chOff x="0" y="0"/>
          <a:chExt cx="0" cy="0"/>
        </a:xfrm>
      </p:grpSpPr>
      <p:sp>
        <p:nvSpPr>
          <p:cNvPr id="56" name="Google Shape;56;p7"/>
          <p:cNvSpPr txBox="1">
            <a:spLocks noGrp="1"/>
          </p:cNvSpPr>
          <p:nvPr>
            <p:ph type="title"/>
          </p:nvPr>
        </p:nvSpPr>
        <p:spPr>
          <a:xfrm>
            <a:off x="311700" y="740800"/>
            <a:ext cx="2808000" cy="10077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0000"/>
              </a:buClr>
              <a:buSzPts val="2400"/>
              <a:buFont typeface="Archivo Narrow"/>
              <a:buNone/>
              <a:defRPr sz="2400" b="1" i="0" u="none" strike="noStrike" cap="none">
                <a:solidFill>
                  <a:srgbClr val="000000"/>
                </a:solidFill>
                <a:latin typeface="Archivo Narrow"/>
                <a:ea typeface="Archivo Narrow"/>
                <a:cs typeface="Archivo Narrow"/>
                <a:sym typeface="Archivo Narrow"/>
              </a:defRPr>
            </a:lvl1pPr>
            <a:lvl2pPr marR="0" lvl="1" algn="l">
              <a:lnSpc>
                <a:spcPct val="100000"/>
              </a:lnSpc>
              <a:spcBef>
                <a:spcPts val="0"/>
              </a:spcBef>
              <a:spcAft>
                <a:spcPts val="0"/>
              </a:spcAft>
              <a:buClr>
                <a:srgbClr val="000000"/>
              </a:buClr>
              <a:buSzPts val="2400"/>
              <a:buFont typeface="Archivo Narrow"/>
              <a:buNone/>
              <a:defRPr sz="2400" b="1" i="0" u="none" strike="noStrike" cap="none">
                <a:solidFill>
                  <a:srgbClr val="000000"/>
                </a:solidFill>
                <a:latin typeface="Archivo Narrow"/>
                <a:ea typeface="Archivo Narrow"/>
                <a:cs typeface="Archivo Narrow"/>
                <a:sym typeface="Archivo Narrow"/>
              </a:defRPr>
            </a:lvl2pPr>
            <a:lvl3pPr marR="0" lvl="2" algn="l">
              <a:lnSpc>
                <a:spcPct val="100000"/>
              </a:lnSpc>
              <a:spcBef>
                <a:spcPts val="0"/>
              </a:spcBef>
              <a:spcAft>
                <a:spcPts val="0"/>
              </a:spcAft>
              <a:buClr>
                <a:srgbClr val="000000"/>
              </a:buClr>
              <a:buSzPts val="2400"/>
              <a:buFont typeface="Archivo Narrow"/>
              <a:buNone/>
              <a:defRPr sz="2400" b="1" i="0" u="none" strike="noStrike" cap="none">
                <a:solidFill>
                  <a:srgbClr val="000000"/>
                </a:solidFill>
                <a:latin typeface="Archivo Narrow"/>
                <a:ea typeface="Archivo Narrow"/>
                <a:cs typeface="Archivo Narrow"/>
                <a:sym typeface="Archivo Narrow"/>
              </a:defRPr>
            </a:lvl3pPr>
            <a:lvl4pPr marR="0" lvl="3" algn="l">
              <a:lnSpc>
                <a:spcPct val="100000"/>
              </a:lnSpc>
              <a:spcBef>
                <a:spcPts val="0"/>
              </a:spcBef>
              <a:spcAft>
                <a:spcPts val="0"/>
              </a:spcAft>
              <a:buClr>
                <a:srgbClr val="000000"/>
              </a:buClr>
              <a:buSzPts val="2400"/>
              <a:buFont typeface="Archivo Narrow"/>
              <a:buNone/>
              <a:defRPr sz="2400" b="1" i="0" u="none" strike="noStrike" cap="none">
                <a:solidFill>
                  <a:srgbClr val="000000"/>
                </a:solidFill>
                <a:latin typeface="Archivo Narrow"/>
                <a:ea typeface="Archivo Narrow"/>
                <a:cs typeface="Archivo Narrow"/>
                <a:sym typeface="Archivo Narrow"/>
              </a:defRPr>
            </a:lvl4pPr>
            <a:lvl5pPr marR="0" lvl="4" algn="l">
              <a:lnSpc>
                <a:spcPct val="100000"/>
              </a:lnSpc>
              <a:spcBef>
                <a:spcPts val="0"/>
              </a:spcBef>
              <a:spcAft>
                <a:spcPts val="0"/>
              </a:spcAft>
              <a:buClr>
                <a:srgbClr val="000000"/>
              </a:buClr>
              <a:buSzPts val="2400"/>
              <a:buFont typeface="Archivo Narrow"/>
              <a:buNone/>
              <a:defRPr sz="2400" b="1" i="0" u="none" strike="noStrike" cap="none">
                <a:solidFill>
                  <a:srgbClr val="000000"/>
                </a:solidFill>
                <a:latin typeface="Archivo Narrow"/>
                <a:ea typeface="Archivo Narrow"/>
                <a:cs typeface="Archivo Narrow"/>
                <a:sym typeface="Archivo Narrow"/>
              </a:defRPr>
            </a:lvl5pPr>
            <a:lvl6pPr marR="0" lvl="5" algn="l">
              <a:lnSpc>
                <a:spcPct val="100000"/>
              </a:lnSpc>
              <a:spcBef>
                <a:spcPts val="0"/>
              </a:spcBef>
              <a:spcAft>
                <a:spcPts val="0"/>
              </a:spcAft>
              <a:buClr>
                <a:srgbClr val="000000"/>
              </a:buClr>
              <a:buSzPts val="2400"/>
              <a:buFont typeface="Archivo Narrow"/>
              <a:buNone/>
              <a:defRPr sz="2400" b="1" i="0" u="none" strike="noStrike" cap="none">
                <a:solidFill>
                  <a:srgbClr val="000000"/>
                </a:solidFill>
                <a:latin typeface="Archivo Narrow"/>
                <a:ea typeface="Archivo Narrow"/>
                <a:cs typeface="Archivo Narrow"/>
                <a:sym typeface="Archivo Narrow"/>
              </a:defRPr>
            </a:lvl6pPr>
            <a:lvl7pPr marR="0" lvl="6" algn="l">
              <a:lnSpc>
                <a:spcPct val="100000"/>
              </a:lnSpc>
              <a:spcBef>
                <a:spcPts val="0"/>
              </a:spcBef>
              <a:spcAft>
                <a:spcPts val="0"/>
              </a:spcAft>
              <a:buClr>
                <a:srgbClr val="000000"/>
              </a:buClr>
              <a:buSzPts val="2400"/>
              <a:buFont typeface="Archivo Narrow"/>
              <a:buNone/>
              <a:defRPr sz="2400" b="1" i="0" u="none" strike="noStrike" cap="none">
                <a:solidFill>
                  <a:srgbClr val="000000"/>
                </a:solidFill>
                <a:latin typeface="Archivo Narrow"/>
                <a:ea typeface="Archivo Narrow"/>
                <a:cs typeface="Archivo Narrow"/>
                <a:sym typeface="Archivo Narrow"/>
              </a:defRPr>
            </a:lvl7pPr>
            <a:lvl8pPr marR="0" lvl="7" algn="l">
              <a:lnSpc>
                <a:spcPct val="100000"/>
              </a:lnSpc>
              <a:spcBef>
                <a:spcPts val="0"/>
              </a:spcBef>
              <a:spcAft>
                <a:spcPts val="0"/>
              </a:spcAft>
              <a:buClr>
                <a:srgbClr val="000000"/>
              </a:buClr>
              <a:buSzPts val="2400"/>
              <a:buFont typeface="Archivo Narrow"/>
              <a:buNone/>
              <a:defRPr sz="2400" b="1" i="0" u="none" strike="noStrike" cap="none">
                <a:solidFill>
                  <a:srgbClr val="000000"/>
                </a:solidFill>
                <a:latin typeface="Archivo Narrow"/>
                <a:ea typeface="Archivo Narrow"/>
                <a:cs typeface="Archivo Narrow"/>
                <a:sym typeface="Archivo Narrow"/>
              </a:defRPr>
            </a:lvl8pPr>
            <a:lvl9pPr marR="0" lvl="8" algn="l">
              <a:lnSpc>
                <a:spcPct val="100000"/>
              </a:lnSpc>
              <a:spcBef>
                <a:spcPts val="0"/>
              </a:spcBef>
              <a:spcAft>
                <a:spcPts val="0"/>
              </a:spcAft>
              <a:buClr>
                <a:srgbClr val="000000"/>
              </a:buClr>
              <a:buSzPts val="2400"/>
              <a:buFont typeface="Archivo Narrow"/>
              <a:buNone/>
              <a:defRPr sz="2400" b="1" i="0" u="none" strike="noStrike" cap="none">
                <a:solidFill>
                  <a:srgbClr val="000000"/>
                </a:solidFill>
                <a:latin typeface="Archivo Narrow"/>
                <a:ea typeface="Archivo Narrow"/>
                <a:cs typeface="Archivo Narrow"/>
                <a:sym typeface="Archivo Narrow"/>
              </a:defRPr>
            </a:lvl9pPr>
          </a:lstStyle>
          <a:p>
            <a:endParaRPr/>
          </a:p>
        </p:txBody>
      </p:sp>
      <p:sp>
        <p:nvSpPr>
          <p:cNvPr id="57" name="Google Shape;57;p7"/>
          <p:cNvSpPr txBox="1">
            <a:spLocks noGrp="1"/>
          </p:cNvSpPr>
          <p:nvPr>
            <p:ph type="body" idx="1"/>
          </p:nvPr>
        </p:nvSpPr>
        <p:spPr>
          <a:xfrm>
            <a:off x="311700" y="1852800"/>
            <a:ext cx="2808000" cy="4239300"/>
          </a:xfrm>
          <a:prstGeom prst="rect">
            <a:avLst/>
          </a:prstGeom>
          <a:noFill/>
          <a:ln>
            <a:noFill/>
          </a:ln>
        </p:spPr>
        <p:txBody>
          <a:bodyPr spcFirstLastPara="1" wrap="square" lIns="91425" tIns="91425" rIns="91425" bIns="91425" anchor="t" anchorCtr="0">
            <a:noAutofit/>
          </a:bodyPr>
          <a:lstStyle>
            <a:lvl1pPr marL="457200" marR="0" lvl="0" indent="-304800" algn="l">
              <a:lnSpc>
                <a:spcPct val="100000"/>
              </a:lnSpc>
              <a:spcBef>
                <a:spcPts val="0"/>
              </a:spcBef>
              <a:spcAft>
                <a:spcPts val="0"/>
              </a:spcAft>
              <a:buClr>
                <a:srgbClr val="000000"/>
              </a:buClr>
              <a:buSzPts val="1200"/>
              <a:buFont typeface="Archivo Narrow"/>
              <a:buChar char="●"/>
              <a:defRPr sz="1200" b="0" i="0" u="none" strike="noStrike" cap="none">
                <a:solidFill>
                  <a:srgbClr val="000000"/>
                </a:solidFill>
                <a:latin typeface="Archivo Narrow"/>
                <a:ea typeface="Archivo Narrow"/>
                <a:cs typeface="Archivo Narrow"/>
                <a:sym typeface="Archivo Narrow"/>
              </a:defRPr>
            </a:lvl1pPr>
            <a:lvl2pPr marL="914400" marR="0" lvl="1" indent="-304800" algn="l">
              <a:lnSpc>
                <a:spcPct val="100000"/>
              </a:lnSpc>
              <a:spcBef>
                <a:spcPts val="600"/>
              </a:spcBef>
              <a:spcAft>
                <a:spcPts val="0"/>
              </a:spcAft>
              <a:buClr>
                <a:srgbClr val="000000"/>
              </a:buClr>
              <a:buSzPts val="1200"/>
              <a:buFont typeface="Archivo Narrow"/>
              <a:buChar char="○"/>
              <a:defRPr sz="1200" b="0" i="0" u="none" strike="noStrike" cap="none">
                <a:solidFill>
                  <a:srgbClr val="000000"/>
                </a:solidFill>
                <a:latin typeface="Archivo Narrow"/>
                <a:ea typeface="Archivo Narrow"/>
                <a:cs typeface="Archivo Narrow"/>
                <a:sym typeface="Archivo Narrow"/>
              </a:defRPr>
            </a:lvl2pPr>
            <a:lvl3pPr marL="1371600" marR="0" lvl="2" indent="-304800" algn="l">
              <a:lnSpc>
                <a:spcPct val="100000"/>
              </a:lnSpc>
              <a:spcBef>
                <a:spcPts val="600"/>
              </a:spcBef>
              <a:spcAft>
                <a:spcPts val="0"/>
              </a:spcAft>
              <a:buClr>
                <a:srgbClr val="000000"/>
              </a:buClr>
              <a:buSzPts val="1200"/>
              <a:buFont typeface="Archivo Narrow"/>
              <a:buChar char="■"/>
              <a:defRPr sz="1200" b="0" i="0" u="none" strike="noStrike" cap="none">
                <a:solidFill>
                  <a:srgbClr val="000000"/>
                </a:solidFill>
                <a:latin typeface="Archivo Narrow"/>
                <a:ea typeface="Archivo Narrow"/>
                <a:cs typeface="Archivo Narrow"/>
                <a:sym typeface="Archivo Narrow"/>
              </a:defRPr>
            </a:lvl3pPr>
            <a:lvl4pPr marL="1828800" marR="0" lvl="3" indent="-304800" algn="l">
              <a:lnSpc>
                <a:spcPct val="100000"/>
              </a:lnSpc>
              <a:spcBef>
                <a:spcPts val="600"/>
              </a:spcBef>
              <a:spcAft>
                <a:spcPts val="0"/>
              </a:spcAft>
              <a:buClr>
                <a:srgbClr val="000000"/>
              </a:buClr>
              <a:buSzPts val="1200"/>
              <a:buFont typeface="Archivo Narrow"/>
              <a:buChar char="●"/>
              <a:defRPr sz="1200" b="0" i="0" u="none" strike="noStrike" cap="none">
                <a:solidFill>
                  <a:srgbClr val="000000"/>
                </a:solidFill>
                <a:latin typeface="Archivo Narrow"/>
                <a:ea typeface="Archivo Narrow"/>
                <a:cs typeface="Archivo Narrow"/>
                <a:sym typeface="Archivo Narrow"/>
              </a:defRPr>
            </a:lvl4pPr>
            <a:lvl5pPr marL="2286000" marR="0" lvl="4" indent="-304800" algn="l">
              <a:lnSpc>
                <a:spcPct val="100000"/>
              </a:lnSpc>
              <a:spcBef>
                <a:spcPts val="600"/>
              </a:spcBef>
              <a:spcAft>
                <a:spcPts val="0"/>
              </a:spcAft>
              <a:buClr>
                <a:srgbClr val="000000"/>
              </a:buClr>
              <a:buSzPts val="1200"/>
              <a:buFont typeface="Archivo Narrow"/>
              <a:buChar char="○"/>
              <a:defRPr sz="1200" b="0" i="0" u="none" strike="noStrike" cap="none">
                <a:solidFill>
                  <a:srgbClr val="000000"/>
                </a:solidFill>
                <a:latin typeface="Archivo Narrow"/>
                <a:ea typeface="Archivo Narrow"/>
                <a:cs typeface="Archivo Narrow"/>
                <a:sym typeface="Archivo Narrow"/>
              </a:defRPr>
            </a:lvl5pPr>
            <a:lvl6pPr marL="2743200" marR="0" lvl="5" indent="-304800" algn="l">
              <a:lnSpc>
                <a:spcPct val="100000"/>
              </a:lnSpc>
              <a:spcBef>
                <a:spcPts val="600"/>
              </a:spcBef>
              <a:spcAft>
                <a:spcPts val="0"/>
              </a:spcAft>
              <a:buClr>
                <a:srgbClr val="000000"/>
              </a:buClr>
              <a:buSzPts val="1200"/>
              <a:buFont typeface="Archivo Narrow"/>
              <a:buChar char="■"/>
              <a:defRPr sz="1200" b="0" i="0" u="none" strike="noStrike" cap="none">
                <a:solidFill>
                  <a:srgbClr val="000000"/>
                </a:solidFill>
                <a:latin typeface="Archivo Narrow"/>
                <a:ea typeface="Archivo Narrow"/>
                <a:cs typeface="Archivo Narrow"/>
                <a:sym typeface="Archivo Narrow"/>
              </a:defRPr>
            </a:lvl6pPr>
            <a:lvl7pPr marL="3200400" marR="0" lvl="6" indent="-304800" algn="l">
              <a:lnSpc>
                <a:spcPct val="100000"/>
              </a:lnSpc>
              <a:spcBef>
                <a:spcPts val="600"/>
              </a:spcBef>
              <a:spcAft>
                <a:spcPts val="0"/>
              </a:spcAft>
              <a:buClr>
                <a:srgbClr val="000000"/>
              </a:buClr>
              <a:buSzPts val="1200"/>
              <a:buFont typeface="Archivo Narrow"/>
              <a:buChar char="●"/>
              <a:defRPr sz="1200" b="0" i="0" u="none" strike="noStrike" cap="none">
                <a:solidFill>
                  <a:srgbClr val="000000"/>
                </a:solidFill>
                <a:latin typeface="Archivo Narrow"/>
                <a:ea typeface="Archivo Narrow"/>
                <a:cs typeface="Archivo Narrow"/>
                <a:sym typeface="Archivo Narrow"/>
              </a:defRPr>
            </a:lvl7pPr>
            <a:lvl8pPr marL="3657600" marR="0" lvl="7" indent="-304800" algn="l">
              <a:lnSpc>
                <a:spcPct val="100000"/>
              </a:lnSpc>
              <a:spcBef>
                <a:spcPts val="600"/>
              </a:spcBef>
              <a:spcAft>
                <a:spcPts val="0"/>
              </a:spcAft>
              <a:buClr>
                <a:srgbClr val="000000"/>
              </a:buClr>
              <a:buSzPts val="1200"/>
              <a:buFont typeface="Archivo Narrow"/>
              <a:buChar char="○"/>
              <a:defRPr sz="1200" b="0" i="0" u="none" strike="noStrike" cap="none">
                <a:solidFill>
                  <a:srgbClr val="000000"/>
                </a:solidFill>
                <a:latin typeface="Archivo Narrow"/>
                <a:ea typeface="Archivo Narrow"/>
                <a:cs typeface="Archivo Narrow"/>
                <a:sym typeface="Archivo Narrow"/>
              </a:defRPr>
            </a:lvl8pPr>
            <a:lvl9pPr marL="4114800" marR="0" lvl="8" indent="-304800" algn="l">
              <a:lnSpc>
                <a:spcPct val="100000"/>
              </a:lnSpc>
              <a:spcBef>
                <a:spcPts val="600"/>
              </a:spcBef>
              <a:spcAft>
                <a:spcPts val="600"/>
              </a:spcAft>
              <a:buClr>
                <a:srgbClr val="000000"/>
              </a:buClr>
              <a:buSzPts val="1200"/>
              <a:buFont typeface="Archivo Narrow"/>
              <a:buChar char="■"/>
              <a:defRPr sz="1200" b="0" i="0" u="none" strike="noStrike" cap="none">
                <a:solidFill>
                  <a:srgbClr val="000000"/>
                </a:solidFill>
                <a:latin typeface="Archivo Narrow"/>
                <a:ea typeface="Archivo Narrow"/>
                <a:cs typeface="Archivo Narrow"/>
                <a:sym typeface="Archivo Narrow"/>
              </a:defRPr>
            </a:lvl9pPr>
          </a:lstStyle>
          <a:p>
            <a:endParaRPr/>
          </a:p>
        </p:txBody>
      </p:sp>
      <p:sp>
        <p:nvSpPr>
          <p:cNvPr id="58" name="Google Shape;58;p7"/>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59" name="Google Shape;59;p7"/>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 name="Google Shape;60;p7"/>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61" name="Google Shape;61;p7"/>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 name="Google Shape;62;p7"/>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 name="Google Shape;63;p7"/>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0" i="0" u="none" strike="noStrike" cap="none">
                <a:solidFill>
                  <a:srgbClr val="FFFFFF"/>
                </a:solidFill>
                <a:latin typeface="Georgia"/>
                <a:ea typeface="Georgia"/>
                <a:cs typeface="Georgia"/>
                <a:sym typeface="Georgia"/>
              </a:rPr>
              <a:t>CHRIST</a:t>
            </a:r>
            <a:br>
              <a:rPr lang="en-GB" sz="1400" b="0" i="0" u="none" strike="noStrike" cap="none">
                <a:solidFill>
                  <a:srgbClr val="FFFFFF"/>
                </a:solidFill>
                <a:latin typeface="Georgia"/>
                <a:ea typeface="Georgia"/>
                <a:cs typeface="Georgia"/>
                <a:sym typeface="Georgia"/>
              </a:rPr>
            </a:br>
            <a:r>
              <a:rPr lang="en-GB"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4"/>
        <p:cNvGrpSpPr/>
        <p:nvPr/>
      </p:nvGrpSpPr>
      <p:grpSpPr>
        <a:xfrm>
          <a:off x="0" y="0"/>
          <a:ext cx="0" cy="0"/>
          <a:chOff x="0" y="0"/>
          <a:chExt cx="0" cy="0"/>
        </a:xfrm>
      </p:grpSpPr>
      <p:sp>
        <p:nvSpPr>
          <p:cNvPr id="65" name="Google Shape;65;p8"/>
          <p:cNvSpPr txBox="1">
            <a:spLocks noGrp="1"/>
          </p:cNvSpPr>
          <p:nvPr>
            <p:ph type="title"/>
          </p:nvPr>
        </p:nvSpPr>
        <p:spPr>
          <a:xfrm>
            <a:off x="490250" y="600200"/>
            <a:ext cx="6367800" cy="54543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0000"/>
              </a:buClr>
              <a:buSzPts val="4800"/>
              <a:buFont typeface="Archivo Narrow"/>
              <a:buNone/>
              <a:defRPr sz="4800" b="1" i="0" u="none" strike="noStrike" cap="none">
                <a:solidFill>
                  <a:srgbClr val="000000"/>
                </a:solidFill>
                <a:latin typeface="Archivo Narrow"/>
                <a:ea typeface="Archivo Narrow"/>
                <a:cs typeface="Archivo Narrow"/>
                <a:sym typeface="Archivo Narrow"/>
              </a:defRPr>
            </a:lvl1pPr>
            <a:lvl2pPr marR="0" lvl="1" algn="l">
              <a:lnSpc>
                <a:spcPct val="100000"/>
              </a:lnSpc>
              <a:spcBef>
                <a:spcPts val="0"/>
              </a:spcBef>
              <a:spcAft>
                <a:spcPts val="0"/>
              </a:spcAft>
              <a:buClr>
                <a:srgbClr val="000000"/>
              </a:buClr>
              <a:buSzPts val="4800"/>
              <a:buFont typeface="Archivo Narrow"/>
              <a:buNone/>
              <a:defRPr sz="4800" b="1" i="0" u="none" strike="noStrike" cap="none">
                <a:solidFill>
                  <a:srgbClr val="000000"/>
                </a:solidFill>
                <a:latin typeface="Archivo Narrow"/>
                <a:ea typeface="Archivo Narrow"/>
                <a:cs typeface="Archivo Narrow"/>
                <a:sym typeface="Archivo Narrow"/>
              </a:defRPr>
            </a:lvl2pPr>
            <a:lvl3pPr marR="0" lvl="2" algn="l">
              <a:lnSpc>
                <a:spcPct val="100000"/>
              </a:lnSpc>
              <a:spcBef>
                <a:spcPts val="0"/>
              </a:spcBef>
              <a:spcAft>
                <a:spcPts val="0"/>
              </a:spcAft>
              <a:buClr>
                <a:srgbClr val="000000"/>
              </a:buClr>
              <a:buSzPts val="4800"/>
              <a:buFont typeface="Archivo Narrow"/>
              <a:buNone/>
              <a:defRPr sz="4800" b="1" i="0" u="none" strike="noStrike" cap="none">
                <a:solidFill>
                  <a:srgbClr val="000000"/>
                </a:solidFill>
                <a:latin typeface="Archivo Narrow"/>
                <a:ea typeface="Archivo Narrow"/>
                <a:cs typeface="Archivo Narrow"/>
                <a:sym typeface="Archivo Narrow"/>
              </a:defRPr>
            </a:lvl3pPr>
            <a:lvl4pPr marR="0" lvl="3" algn="l">
              <a:lnSpc>
                <a:spcPct val="100000"/>
              </a:lnSpc>
              <a:spcBef>
                <a:spcPts val="0"/>
              </a:spcBef>
              <a:spcAft>
                <a:spcPts val="0"/>
              </a:spcAft>
              <a:buClr>
                <a:srgbClr val="000000"/>
              </a:buClr>
              <a:buSzPts val="4800"/>
              <a:buFont typeface="Archivo Narrow"/>
              <a:buNone/>
              <a:defRPr sz="4800" b="1" i="0" u="none" strike="noStrike" cap="none">
                <a:solidFill>
                  <a:srgbClr val="000000"/>
                </a:solidFill>
                <a:latin typeface="Archivo Narrow"/>
                <a:ea typeface="Archivo Narrow"/>
                <a:cs typeface="Archivo Narrow"/>
                <a:sym typeface="Archivo Narrow"/>
              </a:defRPr>
            </a:lvl4pPr>
            <a:lvl5pPr marR="0" lvl="4" algn="l">
              <a:lnSpc>
                <a:spcPct val="100000"/>
              </a:lnSpc>
              <a:spcBef>
                <a:spcPts val="0"/>
              </a:spcBef>
              <a:spcAft>
                <a:spcPts val="0"/>
              </a:spcAft>
              <a:buClr>
                <a:srgbClr val="000000"/>
              </a:buClr>
              <a:buSzPts val="4800"/>
              <a:buFont typeface="Archivo Narrow"/>
              <a:buNone/>
              <a:defRPr sz="4800" b="1" i="0" u="none" strike="noStrike" cap="none">
                <a:solidFill>
                  <a:srgbClr val="000000"/>
                </a:solidFill>
                <a:latin typeface="Archivo Narrow"/>
                <a:ea typeface="Archivo Narrow"/>
                <a:cs typeface="Archivo Narrow"/>
                <a:sym typeface="Archivo Narrow"/>
              </a:defRPr>
            </a:lvl5pPr>
            <a:lvl6pPr marR="0" lvl="5" algn="l">
              <a:lnSpc>
                <a:spcPct val="100000"/>
              </a:lnSpc>
              <a:spcBef>
                <a:spcPts val="0"/>
              </a:spcBef>
              <a:spcAft>
                <a:spcPts val="0"/>
              </a:spcAft>
              <a:buClr>
                <a:srgbClr val="000000"/>
              </a:buClr>
              <a:buSzPts val="4800"/>
              <a:buFont typeface="Archivo Narrow"/>
              <a:buNone/>
              <a:defRPr sz="4800" b="1" i="0" u="none" strike="noStrike" cap="none">
                <a:solidFill>
                  <a:srgbClr val="000000"/>
                </a:solidFill>
                <a:latin typeface="Archivo Narrow"/>
                <a:ea typeface="Archivo Narrow"/>
                <a:cs typeface="Archivo Narrow"/>
                <a:sym typeface="Archivo Narrow"/>
              </a:defRPr>
            </a:lvl6pPr>
            <a:lvl7pPr marR="0" lvl="6" algn="l">
              <a:lnSpc>
                <a:spcPct val="100000"/>
              </a:lnSpc>
              <a:spcBef>
                <a:spcPts val="0"/>
              </a:spcBef>
              <a:spcAft>
                <a:spcPts val="0"/>
              </a:spcAft>
              <a:buClr>
                <a:srgbClr val="000000"/>
              </a:buClr>
              <a:buSzPts val="4800"/>
              <a:buFont typeface="Archivo Narrow"/>
              <a:buNone/>
              <a:defRPr sz="4800" b="1" i="0" u="none" strike="noStrike" cap="none">
                <a:solidFill>
                  <a:srgbClr val="000000"/>
                </a:solidFill>
                <a:latin typeface="Archivo Narrow"/>
                <a:ea typeface="Archivo Narrow"/>
                <a:cs typeface="Archivo Narrow"/>
                <a:sym typeface="Archivo Narrow"/>
              </a:defRPr>
            </a:lvl7pPr>
            <a:lvl8pPr marR="0" lvl="7" algn="l">
              <a:lnSpc>
                <a:spcPct val="100000"/>
              </a:lnSpc>
              <a:spcBef>
                <a:spcPts val="0"/>
              </a:spcBef>
              <a:spcAft>
                <a:spcPts val="0"/>
              </a:spcAft>
              <a:buClr>
                <a:srgbClr val="000000"/>
              </a:buClr>
              <a:buSzPts val="4800"/>
              <a:buFont typeface="Archivo Narrow"/>
              <a:buNone/>
              <a:defRPr sz="4800" b="1" i="0" u="none" strike="noStrike" cap="none">
                <a:solidFill>
                  <a:srgbClr val="000000"/>
                </a:solidFill>
                <a:latin typeface="Archivo Narrow"/>
                <a:ea typeface="Archivo Narrow"/>
                <a:cs typeface="Archivo Narrow"/>
                <a:sym typeface="Archivo Narrow"/>
              </a:defRPr>
            </a:lvl8pPr>
            <a:lvl9pPr marR="0" lvl="8" algn="l">
              <a:lnSpc>
                <a:spcPct val="100000"/>
              </a:lnSpc>
              <a:spcBef>
                <a:spcPts val="0"/>
              </a:spcBef>
              <a:spcAft>
                <a:spcPts val="0"/>
              </a:spcAft>
              <a:buClr>
                <a:srgbClr val="000000"/>
              </a:buClr>
              <a:buSzPts val="4800"/>
              <a:buFont typeface="Archivo Narrow"/>
              <a:buNone/>
              <a:defRPr sz="4800" b="1" i="0" u="none" strike="noStrike" cap="none">
                <a:solidFill>
                  <a:srgbClr val="000000"/>
                </a:solidFill>
                <a:latin typeface="Archivo Narrow"/>
                <a:ea typeface="Archivo Narrow"/>
                <a:cs typeface="Archivo Narrow"/>
                <a:sym typeface="Archivo Narrow"/>
              </a:defRPr>
            </a:lvl9pPr>
          </a:lstStyle>
          <a:p>
            <a:endParaRPr/>
          </a:p>
        </p:txBody>
      </p:sp>
      <p:sp>
        <p:nvSpPr>
          <p:cNvPr id="66" name="Google Shape;66;p8"/>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67" name="Google Shape;67;p8"/>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 name="Google Shape;68;p8"/>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69" name="Google Shape;69;p8"/>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 name="Google Shape;70;p8"/>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 name="Google Shape;71;p8"/>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0" i="0" u="none" strike="noStrike" cap="none">
                <a:solidFill>
                  <a:srgbClr val="FFFFFF"/>
                </a:solidFill>
                <a:latin typeface="Georgia"/>
                <a:ea typeface="Georgia"/>
                <a:cs typeface="Georgia"/>
                <a:sym typeface="Georgia"/>
              </a:rPr>
              <a:t>CHRIST</a:t>
            </a:r>
            <a:br>
              <a:rPr lang="en-GB" sz="1400" b="0" i="0" u="none" strike="noStrike" cap="none">
                <a:solidFill>
                  <a:srgbClr val="FFFFFF"/>
                </a:solidFill>
                <a:latin typeface="Georgia"/>
                <a:ea typeface="Georgia"/>
                <a:cs typeface="Georgia"/>
                <a:sym typeface="Georgia"/>
              </a:rPr>
            </a:br>
            <a:r>
              <a:rPr lang="en-GB"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2"/>
        <p:cNvGrpSpPr/>
        <p:nvPr/>
      </p:nvGrpSpPr>
      <p:grpSpPr>
        <a:xfrm>
          <a:off x="0" y="0"/>
          <a:ext cx="0" cy="0"/>
          <a:chOff x="0" y="0"/>
          <a:chExt cx="0" cy="0"/>
        </a:xfrm>
      </p:grpSpPr>
      <p:sp>
        <p:nvSpPr>
          <p:cNvPr id="73" name="Google Shape;73;p9"/>
          <p:cNvSpPr/>
          <p:nvPr/>
        </p:nvSpPr>
        <p:spPr>
          <a:xfrm>
            <a:off x="4572000" y="-167"/>
            <a:ext cx="4572000" cy="68580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9"/>
          <p:cNvSpPr txBox="1">
            <a:spLocks noGrp="1"/>
          </p:cNvSpPr>
          <p:nvPr>
            <p:ph type="title"/>
          </p:nvPr>
        </p:nvSpPr>
        <p:spPr>
          <a:xfrm>
            <a:off x="265500" y="1644233"/>
            <a:ext cx="4045200" cy="1976400"/>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rgbClr val="000000"/>
              </a:buClr>
              <a:buSzPts val="4200"/>
              <a:buFont typeface="Archivo Narrow"/>
              <a:buNone/>
              <a:defRPr sz="4200" b="1" i="0" u="none" strike="noStrike" cap="none">
                <a:solidFill>
                  <a:srgbClr val="000000"/>
                </a:solidFill>
                <a:latin typeface="Archivo Narrow"/>
                <a:ea typeface="Archivo Narrow"/>
                <a:cs typeface="Archivo Narrow"/>
                <a:sym typeface="Archivo Narrow"/>
              </a:defRPr>
            </a:lvl1pPr>
            <a:lvl2pPr marR="0" lvl="1" algn="ctr">
              <a:lnSpc>
                <a:spcPct val="100000"/>
              </a:lnSpc>
              <a:spcBef>
                <a:spcPts val="0"/>
              </a:spcBef>
              <a:spcAft>
                <a:spcPts val="0"/>
              </a:spcAft>
              <a:buClr>
                <a:srgbClr val="000000"/>
              </a:buClr>
              <a:buSzPts val="4200"/>
              <a:buFont typeface="Archivo Narrow"/>
              <a:buNone/>
              <a:defRPr sz="4200" b="1" i="0" u="none" strike="noStrike" cap="none">
                <a:solidFill>
                  <a:srgbClr val="000000"/>
                </a:solidFill>
                <a:latin typeface="Archivo Narrow"/>
                <a:ea typeface="Archivo Narrow"/>
                <a:cs typeface="Archivo Narrow"/>
                <a:sym typeface="Archivo Narrow"/>
              </a:defRPr>
            </a:lvl2pPr>
            <a:lvl3pPr marR="0" lvl="2" algn="ctr">
              <a:lnSpc>
                <a:spcPct val="100000"/>
              </a:lnSpc>
              <a:spcBef>
                <a:spcPts val="0"/>
              </a:spcBef>
              <a:spcAft>
                <a:spcPts val="0"/>
              </a:spcAft>
              <a:buClr>
                <a:srgbClr val="000000"/>
              </a:buClr>
              <a:buSzPts val="4200"/>
              <a:buFont typeface="Archivo Narrow"/>
              <a:buNone/>
              <a:defRPr sz="4200" b="1" i="0" u="none" strike="noStrike" cap="none">
                <a:solidFill>
                  <a:srgbClr val="000000"/>
                </a:solidFill>
                <a:latin typeface="Archivo Narrow"/>
                <a:ea typeface="Archivo Narrow"/>
                <a:cs typeface="Archivo Narrow"/>
                <a:sym typeface="Archivo Narrow"/>
              </a:defRPr>
            </a:lvl3pPr>
            <a:lvl4pPr marR="0" lvl="3" algn="ctr">
              <a:lnSpc>
                <a:spcPct val="100000"/>
              </a:lnSpc>
              <a:spcBef>
                <a:spcPts val="0"/>
              </a:spcBef>
              <a:spcAft>
                <a:spcPts val="0"/>
              </a:spcAft>
              <a:buClr>
                <a:srgbClr val="000000"/>
              </a:buClr>
              <a:buSzPts val="4200"/>
              <a:buFont typeface="Archivo Narrow"/>
              <a:buNone/>
              <a:defRPr sz="4200" b="1" i="0" u="none" strike="noStrike" cap="none">
                <a:solidFill>
                  <a:srgbClr val="000000"/>
                </a:solidFill>
                <a:latin typeface="Archivo Narrow"/>
                <a:ea typeface="Archivo Narrow"/>
                <a:cs typeface="Archivo Narrow"/>
                <a:sym typeface="Archivo Narrow"/>
              </a:defRPr>
            </a:lvl4pPr>
            <a:lvl5pPr marR="0" lvl="4" algn="ctr">
              <a:lnSpc>
                <a:spcPct val="100000"/>
              </a:lnSpc>
              <a:spcBef>
                <a:spcPts val="0"/>
              </a:spcBef>
              <a:spcAft>
                <a:spcPts val="0"/>
              </a:spcAft>
              <a:buClr>
                <a:srgbClr val="000000"/>
              </a:buClr>
              <a:buSzPts val="4200"/>
              <a:buFont typeface="Archivo Narrow"/>
              <a:buNone/>
              <a:defRPr sz="4200" b="1" i="0" u="none" strike="noStrike" cap="none">
                <a:solidFill>
                  <a:srgbClr val="000000"/>
                </a:solidFill>
                <a:latin typeface="Archivo Narrow"/>
                <a:ea typeface="Archivo Narrow"/>
                <a:cs typeface="Archivo Narrow"/>
                <a:sym typeface="Archivo Narrow"/>
              </a:defRPr>
            </a:lvl5pPr>
            <a:lvl6pPr marR="0" lvl="5" algn="ctr">
              <a:lnSpc>
                <a:spcPct val="100000"/>
              </a:lnSpc>
              <a:spcBef>
                <a:spcPts val="0"/>
              </a:spcBef>
              <a:spcAft>
                <a:spcPts val="0"/>
              </a:spcAft>
              <a:buClr>
                <a:srgbClr val="000000"/>
              </a:buClr>
              <a:buSzPts val="4200"/>
              <a:buFont typeface="Archivo Narrow"/>
              <a:buNone/>
              <a:defRPr sz="4200" b="1" i="0" u="none" strike="noStrike" cap="none">
                <a:solidFill>
                  <a:srgbClr val="000000"/>
                </a:solidFill>
                <a:latin typeface="Archivo Narrow"/>
                <a:ea typeface="Archivo Narrow"/>
                <a:cs typeface="Archivo Narrow"/>
                <a:sym typeface="Archivo Narrow"/>
              </a:defRPr>
            </a:lvl6pPr>
            <a:lvl7pPr marR="0" lvl="6" algn="ctr">
              <a:lnSpc>
                <a:spcPct val="100000"/>
              </a:lnSpc>
              <a:spcBef>
                <a:spcPts val="0"/>
              </a:spcBef>
              <a:spcAft>
                <a:spcPts val="0"/>
              </a:spcAft>
              <a:buClr>
                <a:srgbClr val="000000"/>
              </a:buClr>
              <a:buSzPts val="4200"/>
              <a:buFont typeface="Archivo Narrow"/>
              <a:buNone/>
              <a:defRPr sz="4200" b="1" i="0" u="none" strike="noStrike" cap="none">
                <a:solidFill>
                  <a:srgbClr val="000000"/>
                </a:solidFill>
                <a:latin typeface="Archivo Narrow"/>
                <a:ea typeface="Archivo Narrow"/>
                <a:cs typeface="Archivo Narrow"/>
                <a:sym typeface="Archivo Narrow"/>
              </a:defRPr>
            </a:lvl7pPr>
            <a:lvl8pPr marR="0" lvl="7" algn="ctr">
              <a:lnSpc>
                <a:spcPct val="100000"/>
              </a:lnSpc>
              <a:spcBef>
                <a:spcPts val="0"/>
              </a:spcBef>
              <a:spcAft>
                <a:spcPts val="0"/>
              </a:spcAft>
              <a:buClr>
                <a:srgbClr val="000000"/>
              </a:buClr>
              <a:buSzPts val="4200"/>
              <a:buFont typeface="Archivo Narrow"/>
              <a:buNone/>
              <a:defRPr sz="4200" b="1" i="0" u="none" strike="noStrike" cap="none">
                <a:solidFill>
                  <a:srgbClr val="000000"/>
                </a:solidFill>
                <a:latin typeface="Archivo Narrow"/>
                <a:ea typeface="Archivo Narrow"/>
                <a:cs typeface="Archivo Narrow"/>
                <a:sym typeface="Archivo Narrow"/>
              </a:defRPr>
            </a:lvl8pPr>
            <a:lvl9pPr marR="0" lvl="8" algn="ctr">
              <a:lnSpc>
                <a:spcPct val="100000"/>
              </a:lnSpc>
              <a:spcBef>
                <a:spcPts val="0"/>
              </a:spcBef>
              <a:spcAft>
                <a:spcPts val="0"/>
              </a:spcAft>
              <a:buClr>
                <a:srgbClr val="000000"/>
              </a:buClr>
              <a:buSzPts val="4200"/>
              <a:buFont typeface="Archivo Narrow"/>
              <a:buNone/>
              <a:defRPr sz="4200" b="1" i="0" u="none" strike="noStrike" cap="none">
                <a:solidFill>
                  <a:srgbClr val="000000"/>
                </a:solidFill>
                <a:latin typeface="Archivo Narrow"/>
                <a:ea typeface="Archivo Narrow"/>
                <a:cs typeface="Archivo Narrow"/>
                <a:sym typeface="Archivo Narrow"/>
              </a:defRPr>
            </a:lvl9pPr>
          </a:lstStyle>
          <a:p>
            <a:endParaRPr/>
          </a:p>
        </p:txBody>
      </p:sp>
      <p:sp>
        <p:nvSpPr>
          <p:cNvPr id="75" name="Google Shape;75;p9"/>
          <p:cNvSpPr txBox="1">
            <a:spLocks noGrp="1"/>
          </p:cNvSpPr>
          <p:nvPr>
            <p:ph type="subTitle" idx="1"/>
          </p:nvPr>
        </p:nvSpPr>
        <p:spPr>
          <a:xfrm>
            <a:off x="265500" y="3737433"/>
            <a:ext cx="4045200" cy="1646700"/>
          </a:xfrm>
          <a:prstGeom prst="rect">
            <a:avLst/>
          </a:prstGeom>
          <a:noFill/>
          <a:ln>
            <a:noFill/>
          </a:ln>
        </p:spPr>
        <p:txBody>
          <a:bodyPr spcFirstLastPara="1" wrap="square" lIns="91425" tIns="91425" rIns="91425" bIns="91425" anchor="t" anchorCtr="0">
            <a:noAutofit/>
          </a:bodyPr>
          <a:lstStyle>
            <a:lvl1pPr marR="0" lvl="0" algn="ctr">
              <a:lnSpc>
                <a:spcPct val="100000"/>
              </a:lnSpc>
              <a:spcBef>
                <a:spcPts val="0"/>
              </a:spcBef>
              <a:spcAft>
                <a:spcPts val="0"/>
              </a:spcAft>
              <a:buClr>
                <a:srgbClr val="000000"/>
              </a:buClr>
              <a:buSzPts val="2100"/>
              <a:buFont typeface="Archivo Narrow"/>
              <a:buNone/>
              <a:defRPr sz="2100" b="0" i="0" u="none" strike="noStrike" cap="none">
                <a:solidFill>
                  <a:srgbClr val="000000"/>
                </a:solidFill>
                <a:latin typeface="Archivo Narrow"/>
                <a:ea typeface="Archivo Narrow"/>
                <a:cs typeface="Archivo Narrow"/>
                <a:sym typeface="Archivo Narrow"/>
              </a:defRPr>
            </a:lvl1pPr>
            <a:lvl2pPr marR="0" lvl="1" algn="ctr">
              <a:lnSpc>
                <a:spcPct val="100000"/>
              </a:lnSpc>
              <a:spcBef>
                <a:spcPts val="0"/>
              </a:spcBef>
              <a:spcAft>
                <a:spcPts val="0"/>
              </a:spcAft>
              <a:buClr>
                <a:srgbClr val="000000"/>
              </a:buClr>
              <a:buSzPts val="2100"/>
              <a:buFont typeface="Archivo Narrow"/>
              <a:buNone/>
              <a:defRPr sz="2100" b="0" i="0" u="none" strike="noStrike" cap="none">
                <a:solidFill>
                  <a:srgbClr val="000000"/>
                </a:solidFill>
                <a:latin typeface="Archivo Narrow"/>
                <a:ea typeface="Archivo Narrow"/>
                <a:cs typeface="Archivo Narrow"/>
                <a:sym typeface="Archivo Narrow"/>
              </a:defRPr>
            </a:lvl2pPr>
            <a:lvl3pPr marR="0" lvl="2" algn="ctr">
              <a:lnSpc>
                <a:spcPct val="100000"/>
              </a:lnSpc>
              <a:spcBef>
                <a:spcPts val="0"/>
              </a:spcBef>
              <a:spcAft>
                <a:spcPts val="0"/>
              </a:spcAft>
              <a:buClr>
                <a:srgbClr val="000000"/>
              </a:buClr>
              <a:buSzPts val="2100"/>
              <a:buFont typeface="Archivo Narrow"/>
              <a:buNone/>
              <a:defRPr sz="2100" b="0" i="0" u="none" strike="noStrike" cap="none">
                <a:solidFill>
                  <a:srgbClr val="000000"/>
                </a:solidFill>
                <a:latin typeface="Archivo Narrow"/>
                <a:ea typeface="Archivo Narrow"/>
                <a:cs typeface="Archivo Narrow"/>
                <a:sym typeface="Archivo Narrow"/>
              </a:defRPr>
            </a:lvl3pPr>
            <a:lvl4pPr marR="0" lvl="3" algn="ctr">
              <a:lnSpc>
                <a:spcPct val="100000"/>
              </a:lnSpc>
              <a:spcBef>
                <a:spcPts val="0"/>
              </a:spcBef>
              <a:spcAft>
                <a:spcPts val="0"/>
              </a:spcAft>
              <a:buClr>
                <a:srgbClr val="000000"/>
              </a:buClr>
              <a:buSzPts val="2100"/>
              <a:buFont typeface="Archivo Narrow"/>
              <a:buNone/>
              <a:defRPr sz="2100" b="0" i="0" u="none" strike="noStrike" cap="none">
                <a:solidFill>
                  <a:srgbClr val="000000"/>
                </a:solidFill>
                <a:latin typeface="Archivo Narrow"/>
                <a:ea typeface="Archivo Narrow"/>
                <a:cs typeface="Archivo Narrow"/>
                <a:sym typeface="Archivo Narrow"/>
              </a:defRPr>
            </a:lvl4pPr>
            <a:lvl5pPr marR="0" lvl="4" algn="ctr">
              <a:lnSpc>
                <a:spcPct val="100000"/>
              </a:lnSpc>
              <a:spcBef>
                <a:spcPts val="0"/>
              </a:spcBef>
              <a:spcAft>
                <a:spcPts val="0"/>
              </a:spcAft>
              <a:buClr>
                <a:srgbClr val="000000"/>
              </a:buClr>
              <a:buSzPts val="2100"/>
              <a:buFont typeface="Archivo Narrow"/>
              <a:buNone/>
              <a:defRPr sz="2100" b="0" i="0" u="none" strike="noStrike" cap="none">
                <a:solidFill>
                  <a:srgbClr val="000000"/>
                </a:solidFill>
                <a:latin typeface="Archivo Narrow"/>
                <a:ea typeface="Archivo Narrow"/>
                <a:cs typeface="Archivo Narrow"/>
                <a:sym typeface="Archivo Narrow"/>
              </a:defRPr>
            </a:lvl5pPr>
            <a:lvl6pPr marR="0" lvl="5" algn="ctr">
              <a:lnSpc>
                <a:spcPct val="100000"/>
              </a:lnSpc>
              <a:spcBef>
                <a:spcPts val="0"/>
              </a:spcBef>
              <a:spcAft>
                <a:spcPts val="0"/>
              </a:spcAft>
              <a:buClr>
                <a:srgbClr val="000000"/>
              </a:buClr>
              <a:buSzPts val="2100"/>
              <a:buFont typeface="Archivo Narrow"/>
              <a:buNone/>
              <a:defRPr sz="2100" b="0" i="0" u="none" strike="noStrike" cap="none">
                <a:solidFill>
                  <a:srgbClr val="000000"/>
                </a:solidFill>
                <a:latin typeface="Archivo Narrow"/>
                <a:ea typeface="Archivo Narrow"/>
                <a:cs typeface="Archivo Narrow"/>
                <a:sym typeface="Archivo Narrow"/>
              </a:defRPr>
            </a:lvl6pPr>
            <a:lvl7pPr marR="0" lvl="6" algn="ctr">
              <a:lnSpc>
                <a:spcPct val="100000"/>
              </a:lnSpc>
              <a:spcBef>
                <a:spcPts val="0"/>
              </a:spcBef>
              <a:spcAft>
                <a:spcPts val="0"/>
              </a:spcAft>
              <a:buClr>
                <a:srgbClr val="000000"/>
              </a:buClr>
              <a:buSzPts val="2100"/>
              <a:buFont typeface="Archivo Narrow"/>
              <a:buNone/>
              <a:defRPr sz="2100" b="0" i="0" u="none" strike="noStrike" cap="none">
                <a:solidFill>
                  <a:srgbClr val="000000"/>
                </a:solidFill>
                <a:latin typeface="Archivo Narrow"/>
                <a:ea typeface="Archivo Narrow"/>
                <a:cs typeface="Archivo Narrow"/>
                <a:sym typeface="Archivo Narrow"/>
              </a:defRPr>
            </a:lvl7pPr>
            <a:lvl8pPr marR="0" lvl="7" algn="ctr">
              <a:lnSpc>
                <a:spcPct val="100000"/>
              </a:lnSpc>
              <a:spcBef>
                <a:spcPts val="0"/>
              </a:spcBef>
              <a:spcAft>
                <a:spcPts val="0"/>
              </a:spcAft>
              <a:buClr>
                <a:srgbClr val="000000"/>
              </a:buClr>
              <a:buSzPts val="2100"/>
              <a:buFont typeface="Archivo Narrow"/>
              <a:buNone/>
              <a:defRPr sz="2100" b="0" i="0" u="none" strike="noStrike" cap="none">
                <a:solidFill>
                  <a:srgbClr val="000000"/>
                </a:solidFill>
                <a:latin typeface="Archivo Narrow"/>
                <a:ea typeface="Archivo Narrow"/>
                <a:cs typeface="Archivo Narrow"/>
                <a:sym typeface="Archivo Narrow"/>
              </a:defRPr>
            </a:lvl8pPr>
            <a:lvl9pPr marR="0" lvl="8" algn="ctr">
              <a:lnSpc>
                <a:spcPct val="100000"/>
              </a:lnSpc>
              <a:spcBef>
                <a:spcPts val="0"/>
              </a:spcBef>
              <a:spcAft>
                <a:spcPts val="0"/>
              </a:spcAft>
              <a:buClr>
                <a:srgbClr val="000000"/>
              </a:buClr>
              <a:buSzPts val="2100"/>
              <a:buFont typeface="Archivo Narrow"/>
              <a:buNone/>
              <a:defRPr sz="2100" b="0" i="0" u="none" strike="noStrike" cap="none">
                <a:solidFill>
                  <a:srgbClr val="000000"/>
                </a:solidFill>
                <a:latin typeface="Archivo Narrow"/>
                <a:ea typeface="Archivo Narrow"/>
                <a:cs typeface="Archivo Narrow"/>
                <a:sym typeface="Archivo Narrow"/>
              </a:defRPr>
            </a:lvl9pPr>
          </a:lstStyle>
          <a:p>
            <a:endParaRPr/>
          </a:p>
        </p:txBody>
      </p:sp>
      <p:sp>
        <p:nvSpPr>
          <p:cNvPr id="76" name="Google Shape;76;p9"/>
          <p:cNvSpPr txBox="1">
            <a:spLocks noGrp="1"/>
          </p:cNvSpPr>
          <p:nvPr>
            <p:ph type="body" idx="2"/>
          </p:nvPr>
        </p:nvSpPr>
        <p:spPr>
          <a:xfrm>
            <a:off x="4939500" y="965433"/>
            <a:ext cx="3837000" cy="4926900"/>
          </a:xfrm>
          <a:prstGeom prst="rect">
            <a:avLst/>
          </a:prstGeom>
          <a:noFill/>
          <a:ln>
            <a:noFill/>
          </a:ln>
        </p:spPr>
        <p:txBody>
          <a:bodyPr spcFirstLastPara="1" wrap="square" lIns="91425" tIns="91425" rIns="91425" bIns="91425" anchor="ctr" anchorCtr="0">
            <a:noAutofit/>
          </a:bodyPr>
          <a:lstStyle>
            <a:lvl1pPr marL="457200" marR="0" lvl="0" indent="-368300" algn="l">
              <a:lnSpc>
                <a:spcPct val="100000"/>
              </a:lnSpc>
              <a:spcBef>
                <a:spcPts val="0"/>
              </a:spcBef>
              <a:spcAft>
                <a:spcPts val="0"/>
              </a:spcAft>
              <a:buClr>
                <a:srgbClr val="000000"/>
              </a:buClr>
              <a:buSzPts val="2200"/>
              <a:buFont typeface="Archivo Narrow"/>
              <a:buChar char="●"/>
              <a:defRPr sz="2200" b="0" i="0" u="none" strike="noStrike" cap="none">
                <a:solidFill>
                  <a:srgbClr val="000000"/>
                </a:solidFill>
                <a:latin typeface="Archivo Narrow"/>
                <a:ea typeface="Archivo Narrow"/>
                <a:cs typeface="Archivo Narrow"/>
                <a:sym typeface="Archivo Narrow"/>
              </a:defRPr>
            </a:lvl1pPr>
            <a:lvl2pPr marL="914400" marR="0" lvl="1" indent="-342900" algn="l">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2pPr>
            <a:lvl3pPr marL="1371600" marR="0" lvl="2" indent="-342900" algn="l">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3pPr>
            <a:lvl4pPr marL="1828800" marR="0" lvl="3" indent="-342900" algn="l">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4pPr>
            <a:lvl5pPr marL="2286000" marR="0" lvl="4" indent="-342900" algn="l">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5pPr>
            <a:lvl6pPr marL="2743200" marR="0" lvl="5" indent="-342900" algn="l">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6pPr>
            <a:lvl7pPr marL="3200400" marR="0" lvl="6" indent="-342900" algn="l">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7pPr>
            <a:lvl8pPr marL="3657600" marR="0" lvl="7" indent="-342900" algn="l">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8pPr>
            <a:lvl9pPr marL="4114800" marR="0" lvl="8" indent="-342900" algn="l">
              <a:lnSpc>
                <a:spcPct val="100000"/>
              </a:lnSpc>
              <a:spcBef>
                <a:spcPts val="600"/>
              </a:spcBef>
              <a:spcAft>
                <a:spcPts val="60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9pPr>
          </a:lstStyle>
          <a:p>
            <a:endParaRPr/>
          </a:p>
        </p:txBody>
      </p:sp>
      <p:sp>
        <p:nvSpPr>
          <p:cNvPr id="77" name="Google Shape;77;p9"/>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78" name="Google Shape;78;p9"/>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 name="Google Shape;79;p9"/>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80" name="Google Shape;80;p9"/>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9"/>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9"/>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0" i="0" u="none" strike="noStrike" cap="none">
                <a:solidFill>
                  <a:srgbClr val="FFFFFF"/>
                </a:solidFill>
                <a:latin typeface="Georgia"/>
                <a:ea typeface="Georgia"/>
                <a:cs typeface="Georgia"/>
                <a:sym typeface="Georgia"/>
              </a:rPr>
              <a:t>CHRIST</a:t>
            </a:r>
            <a:br>
              <a:rPr lang="en-GB" sz="1400" b="0" i="0" u="none" strike="noStrike" cap="none">
                <a:solidFill>
                  <a:srgbClr val="FFFFFF"/>
                </a:solidFill>
                <a:latin typeface="Georgia"/>
                <a:ea typeface="Georgia"/>
                <a:cs typeface="Georgia"/>
                <a:sym typeface="Georgia"/>
              </a:rPr>
            </a:br>
            <a:r>
              <a:rPr lang="en-GB"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0"/>
        <p:cNvGrpSpPr/>
        <p:nvPr/>
      </p:nvGrpSpPr>
      <p:grpSpPr>
        <a:xfrm>
          <a:off x="0" y="0"/>
          <a:ext cx="0" cy="0"/>
          <a:chOff x="0" y="0"/>
          <a:chExt cx="0" cy="0"/>
        </a:xfrm>
      </p:grpSpPr>
      <p:sp>
        <p:nvSpPr>
          <p:cNvPr id="101" name="Google Shape;101;p12"/>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02" name="Google Shape;102;p12"/>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p12"/>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104" name="Google Shape;104;p12"/>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p12"/>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12"/>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0" i="0" u="none" strike="noStrike" cap="none">
                <a:solidFill>
                  <a:srgbClr val="FFFFFF"/>
                </a:solidFill>
                <a:latin typeface="Georgia"/>
                <a:ea typeface="Georgia"/>
                <a:cs typeface="Georgia"/>
                <a:sym typeface="Georgia"/>
              </a:rPr>
              <a:t>CHRIST</a:t>
            </a:r>
            <a:br>
              <a:rPr lang="en-GB" sz="1400" b="0" i="0" u="none" strike="noStrike" cap="none">
                <a:solidFill>
                  <a:srgbClr val="FFFFFF"/>
                </a:solidFill>
                <a:latin typeface="Georgia"/>
                <a:ea typeface="Georgia"/>
                <a:cs typeface="Georgia"/>
                <a:sym typeface="Georgia"/>
              </a:rPr>
            </a:br>
            <a:r>
              <a:rPr lang="en-GB"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1pPr>
            <a:lvl2pPr marR="0" lvl="1"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2pPr>
            <a:lvl3pPr marR="0" lvl="2"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3pPr>
            <a:lvl4pPr marR="0" lvl="3"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4pPr>
            <a:lvl5pPr marR="0" lvl="4"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5pPr>
            <a:lvl6pPr marR="0" lvl="5"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6pPr>
            <a:lvl7pPr marR="0" lvl="6"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7pPr>
            <a:lvl8pPr marR="0" lvl="7"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8pPr>
            <a:lvl9pPr marR="0" lvl="8"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9pPr>
          </a:lstStyle>
          <a:p>
            <a:endParaRPr/>
          </a:p>
        </p:txBody>
      </p:sp>
      <p:sp>
        <p:nvSpPr>
          <p:cNvPr id="7" name="Google Shape;7;p1"/>
          <p:cNvSpPr txBox="1">
            <a:spLocks noGrp="1"/>
          </p:cNvSpPr>
          <p:nvPr>
            <p:ph type="body" idx="1"/>
          </p:nvPr>
        </p:nvSpPr>
        <p:spPr>
          <a:xfrm>
            <a:off x="311700" y="1536633"/>
            <a:ext cx="8520600" cy="4555200"/>
          </a:xfrm>
          <a:prstGeom prst="rect">
            <a:avLst/>
          </a:prstGeom>
          <a:noFill/>
          <a:ln>
            <a:noFill/>
          </a:ln>
        </p:spPr>
        <p:txBody>
          <a:bodyPr spcFirstLastPara="1" wrap="square" lIns="91425" tIns="91425" rIns="91425" bIns="91425" anchor="t" anchorCtr="0">
            <a:noAutofit/>
          </a:bodyPr>
          <a:lstStyle>
            <a:lvl1pPr marL="457200" marR="0" lvl="0" indent="-368300" algn="l" rtl="0">
              <a:lnSpc>
                <a:spcPct val="100000"/>
              </a:lnSpc>
              <a:spcBef>
                <a:spcPts val="0"/>
              </a:spcBef>
              <a:spcAft>
                <a:spcPts val="0"/>
              </a:spcAft>
              <a:buClr>
                <a:srgbClr val="000000"/>
              </a:buClr>
              <a:buSzPts val="2200"/>
              <a:buFont typeface="Archivo Narrow"/>
              <a:buChar char="●"/>
              <a:defRPr sz="2200" b="0" i="0" u="none" strike="noStrike" cap="none">
                <a:solidFill>
                  <a:srgbClr val="000000"/>
                </a:solidFill>
                <a:latin typeface="Archivo Narrow"/>
                <a:ea typeface="Archivo Narrow"/>
                <a:cs typeface="Archivo Narrow"/>
                <a:sym typeface="Archivo Narrow"/>
              </a:defRPr>
            </a:lvl1pPr>
            <a:lvl2pPr marL="914400" marR="0" lvl="1"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2pPr>
            <a:lvl3pPr marL="1371600" marR="0" lvl="2"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3pPr>
            <a:lvl4pPr marL="1828800" marR="0" lvl="3"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4pPr>
            <a:lvl5pPr marL="2286000" marR="0" lvl="4"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5pPr>
            <a:lvl6pPr marL="2743200" marR="0" lvl="5"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6pPr>
            <a:lvl7pPr marL="3200400" marR="0" lvl="6"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7pPr>
            <a:lvl8pPr marL="3657600" marR="0" lvl="7"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8pPr>
            <a:lvl9pPr marL="4114800" marR="0" lvl="8" indent="-342900" algn="l" rtl="0">
              <a:lnSpc>
                <a:spcPct val="100000"/>
              </a:lnSpc>
              <a:spcBef>
                <a:spcPts val="600"/>
              </a:spcBef>
              <a:spcAft>
                <a:spcPts val="60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9pPr>
          </a:lstStyle>
          <a:p>
            <a:endParaRPr/>
          </a:p>
        </p:txBody>
      </p:sp>
      <p:sp>
        <p:nvSpPr>
          <p:cNvPr id="8" name="Google Shape;8;p1"/>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8"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jpg"/><Relationship Id="rId4" Type="http://schemas.openxmlformats.org/officeDocument/2006/relationships/image" Target="../media/image5.png"/><Relationship Id="rId9"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2" name="Rectangle 1"/>
          <p:cNvSpPr/>
          <p:nvPr/>
        </p:nvSpPr>
        <p:spPr>
          <a:xfrm>
            <a:off x="5611090" y="3546764"/>
            <a:ext cx="2964873"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7" name="Google Shape;97;p2"/>
          <p:cNvSpPr/>
          <p:nvPr/>
        </p:nvSpPr>
        <p:spPr>
          <a:xfrm>
            <a:off x="0" y="1158586"/>
            <a:ext cx="9144000" cy="4989368"/>
          </a:xfrm>
          <a:prstGeom prst="rect">
            <a:avLst/>
          </a:prstGeom>
          <a:solidFill>
            <a:srgbClr val="004AAD"/>
          </a:solidFill>
          <a:ln>
            <a:noFill/>
          </a:ln>
        </p:spPr>
        <p:txBody>
          <a:bodyPr spcFirstLastPara="1" wrap="square" lIns="45713" tIns="45713" rIns="45713" bIns="45713" anchor="ctr" anchorCtr="0">
            <a:noAutofit/>
          </a:bodyPr>
          <a:lstStyle/>
          <a:p>
            <a:pPr>
              <a:buSzPts val="1400"/>
            </a:pPr>
            <a:r>
              <a:rPr lang="en-US" sz="700" dirty="0" err="1"/>
              <a:t>ff</a:t>
            </a:r>
            <a:endParaRPr sz="700" dirty="0"/>
          </a:p>
        </p:txBody>
      </p:sp>
      <p:sp>
        <p:nvSpPr>
          <p:cNvPr id="98" name="Google Shape;98;p2"/>
          <p:cNvSpPr/>
          <p:nvPr/>
        </p:nvSpPr>
        <p:spPr>
          <a:xfrm>
            <a:off x="0" y="857250"/>
            <a:ext cx="9144000" cy="1714500"/>
          </a:xfrm>
          <a:prstGeom prst="rect">
            <a:avLst/>
          </a:prstGeom>
          <a:solidFill>
            <a:srgbClr val="004AAD"/>
          </a:solidFill>
          <a:ln>
            <a:noFill/>
          </a:ln>
        </p:spPr>
        <p:txBody>
          <a:bodyPr spcFirstLastPara="1" wrap="square" lIns="45713" tIns="45713" rIns="45713" bIns="45713" anchor="ctr" anchorCtr="0">
            <a:noAutofit/>
          </a:bodyPr>
          <a:lstStyle/>
          <a:p>
            <a:pPr>
              <a:buSzPts val="1400"/>
            </a:pPr>
            <a:endParaRPr sz="700"/>
          </a:p>
        </p:txBody>
      </p:sp>
      <p:sp>
        <p:nvSpPr>
          <p:cNvPr id="99" name="Google Shape;99;p2"/>
          <p:cNvSpPr/>
          <p:nvPr/>
        </p:nvSpPr>
        <p:spPr>
          <a:xfrm>
            <a:off x="5735780" y="1011311"/>
            <a:ext cx="3408220" cy="1104503"/>
          </a:xfrm>
          <a:custGeom>
            <a:avLst/>
            <a:gdLst/>
            <a:ahLst/>
            <a:cxnLst/>
            <a:rect l="l" t="t" r="r" b="b"/>
            <a:pathLst>
              <a:path w="2912814" h="986624" extrusionOk="0">
                <a:moveTo>
                  <a:pt x="0" y="0"/>
                </a:moveTo>
                <a:lnTo>
                  <a:pt x="2912814" y="0"/>
                </a:lnTo>
                <a:lnTo>
                  <a:pt x="2912814" y="986624"/>
                </a:lnTo>
                <a:lnTo>
                  <a:pt x="0" y="986624"/>
                </a:lnTo>
                <a:lnTo>
                  <a:pt x="0" y="0"/>
                </a:lnTo>
                <a:close/>
              </a:path>
            </a:pathLst>
          </a:custGeom>
          <a:blipFill rotWithShape="1">
            <a:blip r:embed="rId3">
              <a:alphaModFix/>
            </a:blip>
            <a:stretch>
              <a:fillRect/>
            </a:stretch>
          </a:blipFill>
          <a:ln>
            <a:noFill/>
          </a:ln>
        </p:spPr>
      </p:sp>
      <p:pic>
        <p:nvPicPr>
          <p:cNvPr id="100" name="Google Shape;100;p2"/>
          <p:cNvPicPr preferRelativeResize="0"/>
          <p:nvPr/>
        </p:nvPicPr>
        <p:blipFill rotWithShape="1">
          <a:blip r:embed="rId4">
            <a:alphaModFix/>
          </a:blip>
          <a:srcRect l="26057" r="25183" b="8272"/>
          <a:stretch/>
        </p:blipFill>
        <p:spPr>
          <a:xfrm>
            <a:off x="221674" y="1306188"/>
            <a:ext cx="4999756" cy="4694562"/>
          </a:xfrm>
          <a:prstGeom prst="rect">
            <a:avLst/>
          </a:prstGeom>
          <a:noFill/>
          <a:ln>
            <a:noFill/>
          </a:ln>
        </p:spPr>
      </p:pic>
      <p:sp>
        <p:nvSpPr>
          <p:cNvPr id="3" name="TextBox 2"/>
          <p:cNvSpPr txBox="1"/>
          <p:nvPr/>
        </p:nvSpPr>
        <p:spPr>
          <a:xfrm>
            <a:off x="5443103" y="2818733"/>
            <a:ext cx="3479224" cy="1015663"/>
          </a:xfrm>
          <a:prstGeom prst="rect">
            <a:avLst/>
          </a:prstGeom>
          <a:noFill/>
        </p:spPr>
        <p:txBody>
          <a:bodyPr wrap="square" rtlCol="0">
            <a:spAutoFit/>
          </a:bodyPr>
          <a:lstStyle/>
          <a:p>
            <a:r>
              <a:rPr lang="en-US" sz="6000" dirty="0">
                <a:solidFill>
                  <a:schemeClr val="bg1"/>
                </a:solidFill>
                <a:latin typeface="Georgia" panose="02040502050405020303" pitchFamily="18" charset="0"/>
              </a:rPr>
              <a:t>Welcome </a:t>
            </a:r>
            <a:endParaRPr lang="en-IN" sz="6000" dirty="0">
              <a:solidFill>
                <a:schemeClr val="bg1"/>
              </a:solidFill>
              <a:latin typeface="Georgia" panose="02040502050405020303" pitchFamily="18" charset="0"/>
            </a:endParaRPr>
          </a:p>
        </p:txBody>
      </p:sp>
    </p:spTree>
    <p:extLst>
      <p:ext uri="{BB962C8B-B14F-4D97-AF65-F5344CB8AC3E}">
        <p14:creationId xmlns:p14="http://schemas.microsoft.com/office/powerpoint/2010/main" val="1483295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318655"/>
            <a:ext cx="8520600" cy="1038212"/>
          </a:xfrm>
        </p:spPr>
        <p:txBody>
          <a:bodyPr/>
          <a:lstStyle/>
          <a:p>
            <a:pPr lvl="0"/>
            <a:r>
              <a:rPr lang="en-US" u="sng" dirty="0">
                <a:latin typeface="Georgia" pitchFamily="18" charset="0"/>
              </a:rPr>
              <a:t>General Guidelines   Pre-Joining </a:t>
            </a:r>
            <a:br>
              <a:rPr lang="en-US" u="sng" dirty="0">
                <a:latin typeface="Georgia" pitchFamily="18" charset="0"/>
              </a:rPr>
            </a:br>
            <a:endParaRPr lang="en-IN" dirty="0"/>
          </a:p>
        </p:txBody>
      </p:sp>
      <p:sp>
        <p:nvSpPr>
          <p:cNvPr id="4" name="Text Placeholder 3">
            <a:extLst>
              <a:ext uri="{FF2B5EF4-FFF2-40B4-BE49-F238E27FC236}">
                <a16:creationId xmlns:a16="http://schemas.microsoft.com/office/drawing/2014/main" id="{DB1B4F76-95D6-4BF2-9510-4DC86B16219A}"/>
              </a:ext>
            </a:extLst>
          </p:cNvPr>
          <p:cNvSpPr>
            <a:spLocks noGrp="1"/>
          </p:cNvSpPr>
          <p:nvPr>
            <p:ph type="body" idx="1"/>
          </p:nvPr>
        </p:nvSpPr>
        <p:spPr>
          <a:xfrm>
            <a:off x="311700" y="844550"/>
            <a:ext cx="8521700" cy="6401722"/>
          </a:xfrm>
          <a:prstGeom prst="rect">
            <a:avLst/>
          </a:prstGeom>
        </p:spPr>
        <p:txBody>
          <a:bodyPr wrap="square">
            <a:spAutoFit/>
          </a:bodyPr>
          <a:lstStyle/>
          <a:p>
            <a:pPr marL="285750" lvl="0" indent="-285750">
              <a:buFont typeface="Wingdings" panose="05000000000000000000" pitchFamily="2" charset="2"/>
              <a:buChar char="Ø"/>
            </a:pPr>
            <a:r>
              <a:rPr lang="en-US" sz="1800" dirty="0">
                <a:latin typeface="Georgia" panose="02040502050405020303" pitchFamily="18" charset="0"/>
              </a:rPr>
              <a:t>International Students arriving on a new visa are required to register with the local Foreign Regional Registration Office ( FRRO) within 14 days of their arrival . Assistance will be provided from the International Office if necessary .</a:t>
            </a:r>
          </a:p>
          <a:p>
            <a:pPr lvl="0"/>
            <a:endParaRPr lang="en-US" sz="1800" dirty="0">
              <a:latin typeface="Georgia" panose="02040502050405020303" pitchFamily="18" charset="0"/>
            </a:endParaRPr>
          </a:p>
          <a:p>
            <a:pPr marL="285750" lvl="0" indent="-285750">
              <a:buFont typeface="Wingdings" panose="05000000000000000000" pitchFamily="2" charset="2"/>
              <a:buChar char="Ø"/>
            </a:pPr>
            <a:r>
              <a:rPr lang="en-US" sz="1800" dirty="0">
                <a:latin typeface="Georgia" panose="02040502050405020303" pitchFamily="18" charset="0"/>
              </a:rPr>
              <a:t>International Students  will be provided </a:t>
            </a:r>
            <a:r>
              <a:rPr lang="en-US" sz="1800" dirty="0" err="1">
                <a:latin typeface="Georgia" pitchFamily="18" charset="0"/>
              </a:rPr>
              <a:t>Bonafide</a:t>
            </a:r>
            <a:r>
              <a:rPr lang="en-US" sz="1800" dirty="0">
                <a:latin typeface="Georgia" pitchFamily="18" charset="0"/>
              </a:rPr>
              <a:t>  Letters/Certificate from the International Office for Bank purposes  and opening of Bank A/C,s .</a:t>
            </a:r>
          </a:p>
          <a:p>
            <a:pPr lvl="0"/>
            <a:endParaRPr lang="en-US" sz="1800" dirty="0">
              <a:latin typeface="Georgia" pitchFamily="18" charset="0"/>
            </a:endParaRPr>
          </a:p>
          <a:p>
            <a:pPr marL="285750" lvl="0" indent="-285750">
              <a:buFont typeface="Wingdings" panose="05000000000000000000" pitchFamily="2" charset="2"/>
              <a:buChar char="Ø"/>
            </a:pPr>
            <a:r>
              <a:rPr lang="en-US" sz="1800" dirty="0">
                <a:latin typeface="Georgia" pitchFamily="18" charset="0"/>
              </a:rPr>
              <a:t>Foreign Students will have to submit a C Form ( To be provided by the PG /Apartment Owner )  to the Foreign Regional Registration    Office  incase  the student  is  residing outside the campus  in PG Accommodation , Apartments etc However , for students living in the University premises will be given a C Form by the International Office .</a:t>
            </a:r>
          </a:p>
          <a:p>
            <a:pPr marL="285750" lvl="0" indent="-285750">
              <a:buFont typeface="Wingdings" panose="05000000000000000000" pitchFamily="2" charset="2"/>
              <a:buChar char="Ø"/>
            </a:pPr>
            <a:endParaRPr lang="en-US" sz="1800" dirty="0">
              <a:latin typeface="Georgia" pitchFamily="18" charset="0"/>
            </a:endParaRPr>
          </a:p>
          <a:p>
            <a:pPr marL="285750" lvl="0" indent="-285750">
              <a:buFont typeface="Wingdings" panose="05000000000000000000" pitchFamily="2" charset="2"/>
              <a:buChar char="Ø"/>
            </a:pPr>
            <a:r>
              <a:rPr lang="en-US" sz="1800" dirty="0">
                <a:latin typeface="Georgia" pitchFamily="18" charset="0"/>
              </a:rPr>
              <a:t>Foreign students should have a valid passport , student visa  and a valid residential permit during their stay in India . However , the residential permit is  not applicable to students who are holding an OCI /PIO card and students from Nepal and Bhutan.</a:t>
            </a:r>
          </a:p>
          <a:p>
            <a:pPr marL="285750" lvl="0" indent="-285750">
              <a:buFont typeface="Wingdings" panose="05000000000000000000" pitchFamily="2" charset="2"/>
              <a:buChar char="Ø"/>
            </a:pPr>
            <a:r>
              <a:rPr lang="en-US" sz="1800" dirty="0">
                <a:latin typeface="Georgia" pitchFamily="18" charset="0"/>
              </a:rPr>
              <a:t>Foreign  Student will  not be permitted to attend classes at the University without valid  documents</a:t>
            </a:r>
          </a:p>
          <a:p>
            <a:pPr lvl="0"/>
            <a:endParaRPr lang="en-US" sz="1800" dirty="0">
              <a:latin typeface="Georgia" pitchFamily="18" charset="0"/>
            </a:endParaRPr>
          </a:p>
          <a:p>
            <a:pPr lvl="0"/>
            <a:endParaRPr lang="en-US" dirty="0">
              <a:latin typeface="Georgia" pitchFamily="18" charset="0"/>
            </a:endParaRPr>
          </a:p>
          <a:p>
            <a:pPr marL="285750" lvl="0" indent="-285750">
              <a:buFont typeface="Wingdings" panose="05000000000000000000" pitchFamily="2" charset="2"/>
              <a:buChar char="Ø"/>
            </a:pPr>
            <a:endParaRPr lang="en-US" dirty="0">
              <a:latin typeface="Georgia" pitchFamily="18" charset="0"/>
            </a:endParaRPr>
          </a:p>
        </p:txBody>
      </p:sp>
    </p:spTree>
    <p:extLst>
      <p:ext uri="{BB962C8B-B14F-4D97-AF65-F5344CB8AC3E}">
        <p14:creationId xmlns:p14="http://schemas.microsoft.com/office/powerpoint/2010/main" val="23002368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2618" y="706583"/>
            <a:ext cx="8354290" cy="6924973"/>
          </a:xfrm>
          <a:prstGeom prst="rect">
            <a:avLst/>
          </a:prstGeom>
        </p:spPr>
        <p:txBody>
          <a:bodyPr wrap="square">
            <a:spAutoFit/>
          </a:bodyPr>
          <a:lstStyle/>
          <a:p>
            <a:pPr marL="285750" indent="-285750">
              <a:buFont typeface="Wingdings" panose="05000000000000000000" pitchFamily="2" charset="2"/>
              <a:buChar char="Ø"/>
            </a:pPr>
            <a:r>
              <a:rPr lang="en-IN" sz="1600" dirty="0">
                <a:latin typeface="Georgia" panose="02040502050405020303" pitchFamily="18" charset="0"/>
              </a:rPr>
              <a:t>Students should maintain discipline at all times, both inside and outside the campus. Ragging is STRICTLY NOT ALLOWED.</a:t>
            </a:r>
          </a:p>
          <a:p>
            <a:pPr marL="285750" indent="-285750">
              <a:buFont typeface="Wingdings" panose="05000000000000000000" pitchFamily="2" charset="2"/>
              <a:buChar char="Ø"/>
            </a:pPr>
            <a:endParaRPr lang="en-IN" sz="1600" dirty="0">
              <a:latin typeface="Georgia" panose="02040502050405020303" pitchFamily="18" charset="0"/>
            </a:endParaRPr>
          </a:p>
          <a:p>
            <a:pPr marL="285750" indent="-285750">
              <a:buFont typeface="Wingdings" panose="05000000000000000000" pitchFamily="2" charset="2"/>
              <a:buChar char="Ø"/>
            </a:pPr>
            <a:r>
              <a:rPr lang="en-IN" sz="1600" dirty="0">
                <a:latin typeface="Georgia" panose="02040502050405020303" pitchFamily="18" charset="0"/>
              </a:rPr>
              <a:t>Students have to adhere with the code of conduct on the campus which includes safeguarding the University property, keeping the place clean and following the prescribed dress code ( Formal Pant and Shirts, Salwar etc.) . Jeans pants and T –Shirts for Under Graduate , Post Graduate and Ph.D.  Students   will strictly not be allowed.</a:t>
            </a:r>
          </a:p>
          <a:p>
            <a:pPr marL="285750" indent="-285750">
              <a:buFont typeface="Wingdings" panose="05000000000000000000" pitchFamily="2" charset="2"/>
              <a:buChar char="Ø"/>
            </a:pPr>
            <a:endParaRPr lang="en-IN" sz="1600" dirty="0">
              <a:latin typeface="Georgia" panose="02040502050405020303" pitchFamily="18" charset="0"/>
            </a:endParaRPr>
          </a:p>
          <a:p>
            <a:pPr marL="285750" indent="-285750">
              <a:buFont typeface="Wingdings" panose="05000000000000000000" pitchFamily="2" charset="2"/>
              <a:buChar char="Ø"/>
            </a:pPr>
            <a:r>
              <a:rPr lang="en-IN" sz="1600" dirty="0">
                <a:latin typeface="Georgia" panose="02040502050405020303" pitchFamily="18" charset="0"/>
              </a:rPr>
              <a:t>Smart Card issued by the University should be used for all transactions within the University including payment of fees and library access, etc.</a:t>
            </a:r>
          </a:p>
          <a:p>
            <a:pPr marL="285750" indent="-285750">
              <a:buFont typeface="Wingdings" panose="05000000000000000000" pitchFamily="2" charset="2"/>
              <a:buChar char="Ø"/>
            </a:pPr>
            <a:endParaRPr lang="en-IN" sz="1600" dirty="0">
              <a:latin typeface="Georgia" panose="02040502050405020303" pitchFamily="18" charset="0"/>
            </a:endParaRPr>
          </a:p>
          <a:p>
            <a:pPr marL="285750" indent="-285750">
              <a:buFont typeface="Wingdings" panose="05000000000000000000" pitchFamily="2" charset="2"/>
              <a:buChar char="Ø"/>
            </a:pPr>
            <a:r>
              <a:rPr lang="en-IN" sz="1600" dirty="0">
                <a:latin typeface="Georgia" panose="02040502050405020303" pitchFamily="18" charset="0"/>
              </a:rPr>
              <a:t>Students are requested to respond to every mail that has been sent to them by the Office of International Affairs</a:t>
            </a:r>
          </a:p>
          <a:p>
            <a:endParaRPr lang="en-IN" sz="1600" dirty="0">
              <a:latin typeface="Georgia" panose="02040502050405020303" pitchFamily="18" charset="0"/>
            </a:endParaRPr>
          </a:p>
          <a:p>
            <a:pPr marL="285750" indent="-285750">
              <a:buFont typeface="Wingdings" panose="05000000000000000000" pitchFamily="2" charset="2"/>
              <a:buChar char="Ø"/>
            </a:pPr>
            <a:r>
              <a:rPr lang="en-US" sz="1600" dirty="0">
                <a:latin typeface="Georgia" pitchFamily="18" charset="0"/>
              </a:rPr>
              <a:t> </a:t>
            </a:r>
            <a:r>
              <a:rPr lang="en-IN" sz="1600" dirty="0">
                <a:latin typeface="Georgia" panose="02040502050405020303" pitchFamily="18" charset="0"/>
              </a:rPr>
              <a:t>Smoking and consumption of alcohol, drugs and other toxic substances of any kind is strictly prohibited inside the university campus.</a:t>
            </a:r>
          </a:p>
          <a:p>
            <a:pPr marL="285750" indent="-285750">
              <a:buFont typeface="Wingdings" panose="05000000000000000000" pitchFamily="2" charset="2"/>
              <a:buChar char="Ø"/>
            </a:pPr>
            <a:endParaRPr lang="en-IN" sz="1600" dirty="0">
              <a:latin typeface="Georgia" panose="02040502050405020303" pitchFamily="18" charset="0"/>
            </a:endParaRPr>
          </a:p>
          <a:p>
            <a:pPr marL="285750" indent="-285750">
              <a:buFont typeface="Wingdings" panose="05000000000000000000" pitchFamily="2" charset="2"/>
              <a:buChar char="Ø"/>
            </a:pPr>
            <a:r>
              <a:rPr lang="en-IN" sz="1600" dirty="0">
                <a:latin typeface="Georgia" panose="02040502050405020303" pitchFamily="18" charset="0"/>
              </a:rPr>
              <a:t>All students are requested to wear their student identity card  and also carry their smart card that will be  issued to them by the University while entering the campus. No student will be permitted to enter the campus if the student fails to produce the student ID /smart card at the security gate. </a:t>
            </a:r>
          </a:p>
          <a:p>
            <a:pPr marL="285750" indent="-285750">
              <a:buFont typeface="Wingdings" panose="05000000000000000000" pitchFamily="2" charset="2"/>
              <a:buChar char="Ø"/>
            </a:pPr>
            <a:r>
              <a:rPr lang="en-US" sz="1600" dirty="0">
                <a:latin typeface="Georgia" panose="02040502050405020303" pitchFamily="18" charset="0"/>
              </a:rPr>
              <a:t>Email ID  and Contact Number  for future communication need to be updated at the admission office.</a:t>
            </a:r>
            <a:endParaRPr lang="en-IN" sz="1600" dirty="0">
              <a:latin typeface="Georgia" panose="02040502050405020303" pitchFamily="18" charset="0"/>
            </a:endParaRPr>
          </a:p>
          <a:p>
            <a:pPr marL="285750" lvl="0" indent="-285750">
              <a:buFont typeface="Wingdings" panose="05000000000000000000" pitchFamily="2" charset="2"/>
              <a:buChar char="Ø"/>
            </a:pPr>
            <a:endParaRPr lang="en-US" sz="1600" dirty="0">
              <a:latin typeface="Georgia" pitchFamily="18" charset="0"/>
            </a:endParaRPr>
          </a:p>
          <a:p>
            <a:pPr marL="285750" lvl="0" indent="-285750">
              <a:buFont typeface="Wingdings" panose="05000000000000000000" pitchFamily="2" charset="2"/>
              <a:buChar char="Ø"/>
            </a:pPr>
            <a:endParaRPr lang="en-US" sz="1600" dirty="0">
              <a:latin typeface="Georgia" pitchFamily="18" charset="0"/>
            </a:endParaRPr>
          </a:p>
          <a:p>
            <a:pPr lvl="0"/>
            <a:endParaRPr lang="en-US" sz="1600" dirty="0">
              <a:latin typeface="Georgia" pitchFamily="18" charset="0"/>
            </a:endParaRPr>
          </a:p>
          <a:p>
            <a:pPr lvl="0"/>
            <a:endParaRPr lang="en-US" dirty="0">
              <a:latin typeface="Georgia" pitchFamily="18" charset="0"/>
            </a:endParaRPr>
          </a:p>
          <a:p>
            <a:pPr marL="285750" lvl="0" indent="-285750">
              <a:buFont typeface="Wingdings" panose="05000000000000000000" pitchFamily="2" charset="2"/>
              <a:buChar char="Ø"/>
            </a:pPr>
            <a:endParaRPr lang="en-US" dirty="0">
              <a:latin typeface="Georgia" pitchFamily="18" charset="0"/>
            </a:endParaRPr>
          </a:p>
        </p:txBody>
      </p:sp>
    </p:spTree>
    <p:extLst>
      <p:ext uri="{BB962C8B-B14F-4D97-AF65-F5344CB8AC3E}">
        <p14:creationId xmlns:p14="http://schemas.microsoft.com/office/powerpoint/2010/main" val="3932569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2618" y="706583"/>
            <a:ext cx="8354290" cy="4955203"/>
          </a:xfrm>
          <a:prstGeom prst="rect">
            <a:avLst/>
          </a:prstGeom>
        </p:spPr>
        <p:txBody>
          <a:bodyPr wrap="square">
            <a:spAutoFit/>
          </a:bodyPr>
          <a:lstStyle/>
          <a:p>
            <a:pPr marL="285750" lvl="0" indent="-285750">
              <a:buFont typeface="Wingdings" panose="05000000000000000000" pitchFamily="2" charset="2"/>
              <a:buChar char="Ø"/>
            </a:pPr>
            <a:r>
              <a:rPr lang="en-IN" sz="1600" dirty="0">
                <a:latin typeface="Georgia" panose="02040502050405020303" pitchFamily="18" charset="0"/>
              </a:rPr>
              <a:t>The Student is strictly not allowed to argue with the security personnel, in case  the security personnel  does not allow the student to enter the gates at the entrance/building  for being non- compliant with the norms of the University</a:t>
            </a:r>
          </a:p>
          <a:p>
            <a:pPr marL="285750" lvl="0" indent="-285750">
              <a:buFont typeface="Wingdings" panose="05000000000000000000" pitchFamily="2" charset="2"/>
              <a:buChar char="Ø"/>
            </a:pPr>
            <a:endParaRPr lang="en-IN" sz="1600" dirty="0">
              <a:latin typeface="Georgia" panose="02040502050405020303" pitchFamily="18" charset="0"/>
            </a:endParaRPr>
          </a:p>
          <a:p>
            <a:pPr marL="285750" lvl="0" indent="-285750">
              <a:buFont typeface="Wingdings" panose="05000000000000000000" pitchFamily="2" charset="2"/>
              <a:buChar char="Ø"/>
            </a:pPr>
            <a:r>
              <a:rPr lang="en-IN" sz="1600" dirty="0">
                <a:latin typeface="Georgia" panose="02040502050405020303" pitchFamily="18" charset="0"/>
              </a:rPr>
              <a:t>University ID cards should not be exchanged with any other student nor should be given to anyone. Misusing of ID cards by students is not acceptable.</a:t>
            </a:r>
          </a:p>
          <a:p>
            <a:pPr marL="285750" lvl="0" indent="-285750">
              <a:buFont typeface="Wingdings" panose="05000000000000000000" pitchFamily="2" charset="2"/>
              <a:buChar char="Ø"/>
            </a:pPr>
            <a:endParaRPr lang="en-IN" sz="1600" dirty="0">
              <a:latin typeface="Georgia" panose="02040502050405020303" pitchFamily="18" charset="0"/>
            </a:endParaRPr>
          </a:p>
          <a:p>
            <a:pPr marL="285750" lvl="0" indent="-285750">
              <a:buFont typeface="Wingdings" panose="05000000000000000000" pitchFamily="2" charset="2"/>
              <a:buChar char="Ø"/>
            </a:pPr>
            <a:r>
              <a:rPr lang="en-IN" sz="1600" dirty="0">
                <a:latin typeface="Georgia" panose="02040502050405020303" pitchFamily="18" charset="0"/>
              </a:rPr>
              <a:t>Students are requested to groom themselves well and dress modestly before entering the class/ university campus. </a:t>
            </a:r>
          </a:p>
          <a:p>
            <a:pPr lvl="0"/>
            <a:endParaRPr lang="en-IN" sz="1600" dirty="0">
              <a:latin typeface="Georgia" panose="02040502050405020303" pitchFamily="18" charset="0"/>
            </a:endParaRPr>
          </a:p>
          <a:p>
            <a:pPr marL="285750" lvl="0" indent="-285750">
              <a:buFont typeface="Wingdings" panose="05000000000000000000" pitchFamily="2" charset="2"/>
              <a:buChar char="Ø"/>
            </a:pPr>
            <a:r>
              <a:rPr lang="en-IN" sz="1600" dirty="0">
                <a:latin typeface="Georgia" panose="02040502050405020303" pitchFamily="18" charset="0"/>
              </a:rPr>
              <a:t>Fancy style  colouring  of hair, body piercing ,  tattooing, consuming alcohol and smoking    etc is  not permitted nor entertained .</a:t>
            </a:r>
          </a:p>
          <a:p>
            <a:pPr lvl="0"/>
            <a:endParaRPr lang="en-IN" sz="1600" dirty="0">
              <a:latin typeface="Georgia" panose="02040502050405020303" pitchFamily="18" charset="0"/>
            </a:endParaRPr>
          </a:p>
          <a:p>
            <a:pPr marL="285750" lvl="0" indent="-285750">
              <a:buFont typeface="Wingdings" panose="05000000000000000000" pitchFamily="2" charset="2"/>
              <a:buChar char="Ø"/>
            </a:pPr>
            <a:r>
              <a:rPr lang="en-US" sz="1600" dirty="0">
                <a:latin typeface="Georgia" panose="02040502050405020303" pitchFamily="18" charset="0"/>
              </a:rPr>
              <a:t>Parents will be able to  monitor the attendance. </a:t>
            </a:r>
          </a:p>
          <a:p>
            <a:pPr marL="285750" lvl="0" indent="-285750">
              <a:buFont typeface="Wingdings" panose="05000000000000000000" pitchFamily="2" charset="2"/>
              <a:buChar char="Ø"/>
            </a:pPr>
            <a:endParaRPr lang="en-US" sz="1600" dirty="0">
              <a:latin typeface="Georgia" panose="02040502050405020303" pitchFamily="18" charset="0"/>
            </a:endParaRPr>
          </a:p>
          <a:p>
            <a:pPr marL="285750" lvl="0" indent="-285750">
              <a:buFont typeface="Wingdings" panose="05000000000000000000" pitchFamily="2" charset="2"/>
              <a:buChar char="Ø"/>
            </a:pPr>
            <a:r>
              <a:rPr lang="en-US" sz="1600" dirty="0">
                <a:latin typeface="Georgia" panose="02040502050405020303" pitchFamily="18" charset="0"/>
              </a:rPr>
              <a:t>Registration on </a:t>
            </a:r>
            <a:r>
              <a:rPr lang="en-US" sz="1600" b="1" dirty="0">
                <a:latin typeface="Georgia" panose="02040502050405020303" pitchFamily="18" charset="0"/>
              </a:rPr>
              <a:t>STUDY IN INDIA (SII)</a:t>
            </a:r>
            <a:r>
              <a:rPr lang="en-US" sz="1600" dirty="0">
                <a:latin typeface="Georgia" panose="02040502050405020303" pitchFamily="18" charset="0"/>
              </a:rPr>
              <a:t> is mandatory.</a:t>
            </a:r>
            <a:endParaRPr lang="en-IN" sz="1600" dirty="0">
              <a:latin typeface="Georgia" panose="02040502050405020303" pitchFamily="18" charset="0"/>
            </a:endParaRPr>
          </a:p>
          <a:p>
            <a:pPr marL="285750" lvl="0" indent="-285750">
              <a:buFont typeface="Wingdings" panose="05000000000000000000" pitchFamily="2" charset="2"/>
              <a:buChar char="Ø"/>
            </a:pPr>
            <a:endParaRPr lang="en-US" sz="1600" dirty="0">
              <a:latin typeface="Georgia" pitchFamily="18" charset="0"/>
            </a:endParaRPr>
          </a:p>
          <a:p>
            <a:pPr lvl="0"/>
            <a:endParaRPr lang="en-US" sz="1600" dirty="0">
              <a:latin typeface="Georgia" pitchFamily="18" charset="0"/>
            </a:endParaRPr>
          </a:p>
          <a:p>
            <a:pPr lvl="0"/>
            <a:endParaRPr lang="en-US" dirty="0">
              <a:latin typeface="Georgia" pitchFamily="18" charset="0"/>
            </a:endParaRPr>
          </a:p>
          <a:p>
            <a:pPr marL="285750" lvl="0" indent="-285750">
              <a:buFont typeface="Wingdings" panose="05000000000000000000" pitchFamily="2" charset="2"/>
              <a:buChar char="Ø"/>
            </a:pPr>
            <a:endParaRPr lang="en-US" dirty="0">
              <a:latin typeface="Georgia" pitchFamily="18" charset="0"/>
            </a:endParaRPr>
          </a:p>
        </p:txBody>
      </p:sp>
    </p:spTree>
    <p:extLst>
      <p:ext uri="{BB962C8B-B14F-4D97-AF65-F5344CB8AC3E}">
        <p14:creationId xmlns:p14="http://schemas.microsoft.com/office/powerpoint/2010/main" val="18992523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706583"/>
            <a:ext cx="9019308" cy="5724644"/>
          </a:xfrm>
          <a:prstGeom prst="rect">
            <a:avLst/>
          </a:prstGeom>
        </p:spPr>
        <p:txBody>
          <a:bodyPr wrap="square">
            <a:spAutoFit/>
          </a:bodyPr>
          <a:lstStyle/>
          <a:p>
            <a:r>
              <a:rPr lang="en-IN" dirty="0"/>
              <a:t> </a:t>
            </a:r>
            <a:r>
              <a:rPr lang="en-IN" sz="1600" b="1" u="sng" dirty="0">
                <a:latin typeface="Georgia" panose="02040502050405020303" pitchFamily="18" charset="0"/>
              </a:rPr>
              <a:t>Leave Regulations:</a:t>
            </a:r>
          </a:p>
          <a:p>
            <a:endParaRPr lang="en-IN" sz="1600" b="1" dirty="0">
              <a:latin typeface="Georgia" panose="02040502050405020303" pitchFamily="18" charset="0"/>
            </a:endParaRPr>
          </a:p>
          <a:p>
            <a:pPr marL="285750" lvl="0" indent="-285750">
              <a:buFont typeface="Wingdings" panose="05000000000000000000" pitchFamily="2" charset="2"/>
              <a:buChar char="Ø"/>
            </a:pPr>
            <a:r>
              <a:rPr lang="en-IN" sz="1600" dirty="0">
                <a:latin typeface="Georgia" panose="02040502050405020303" pitchFamily="18" charset="0"/>
              </a:rPr>
              <a:t>Students must have a minimum of </a:t>
            </a:r>
            <a:r>
              <a:rPr lang="en-IN" sz="1600" b="1" dirty="0">
                <a:latin typeface="Georgia" panose="02040502050405020303" pitchFamily="18" charset="0"/>
              </a:rPr>
              <a:t>85% </a:t>
            </a:r>
            <a:r>
              <a:rPr lang="en-IN" sz="1600" dirty="0">
                <a:latin typeface="Georgia" panose="02040502050405020303" pitchFamily="18" charset="0"/>
              </a:rPr>
              <a:t>attendance to be permitted to write the end semester examination. Leave applications will be updated only if the overall attendance is above 75% on the last working day.</a:t>
            </a:r>
          </a:p>
          <a:p>
            <a:pPr marL="285750" lvl="0" indent="-285750">
              <a:buFont typeface="Wingdings" panose="05000000000000000000" pitchFamily="2" charset="2"/>
              <a:buChar char="Ø"/>
            </a:pPr>
            <a:endParaRPr lang="en-IN" sz="1600" dirty="0">
              <a:latin typeface="Georgia" panose="02040502050405020303" pitchFamily="18" charset="0"/>
            </a:endParaRPr>
          </a:p>
          <a:p>
            <a:pPr marL="285750" lvl="0" indent="-285750">
              <a:buFont typeface="Wingdings" panose="05000000000000000000" pitchFamily="2" charset="2"/>
              <a:buChar char="Ø"/>
            </a:pPr>
            <a:r>
              <a:rPr lang="en-IN" sz="1600" dirty="0">
                <a:latin typeface="Georgia" panose="02040502050405020303" pitchFamily="18" charset="0"/>
              </a:rPr>
              <a:t>The minimum attendance requirement as per the university norms is 85%. Students who fail to meet this required percentage of attendance will be detained in the current semester and will not be allowed to attend the classes for the following semester. Such students will have to repeat the semester and fulfil the required criteria to be eligible for promotion to the succeeding semester. </a:t>
            </a:r>
          </a:p>
          <a:p>
            <a:pPr marL="285750" lvl="0" indent="-285750">
              <a:buFont typeface="Wingdings" panose="05000000000000000000" pitchFamily="2" charset="2"/>
              <a:buChar char="Ø"/>
            </a:pPr>
            <a:endParaRPr lang="en-IN" sz="1600" dirty="0">
              <a:latin typeface="Georgia" panose="02040502050405020303" pitchFamily="18" charset="0"/>
            </a:endParaRPr>
          </a:p>
          <a:p>
            <a:pPr marL="285750" lvl="0" indent="-285750">
              <a:buFont typeface="Wingdings" panose="05000000000000000000" pitchFamily="2" charset="2"/>
              <a:buChar char="Ø"/>
            </a:pPr>
            <a:r>
              <a:rPr lang="en-IN" sz="1600" dirty="0">
                <a:latin typeface="Georgia" panose="02040502050405020303" pitchFamily="18" charset="0"/>
              </a:rPr>
              <a:t>In reference to the FRRO registration students can claim attendance only if the FRRO officials have requested the student to meet them in person.</a:t>
            </a:r>
          </a:p>
          <a:p>
            <a:pPr marL="285750" lvl="0" indent="-285750">
              <a:buFont typeface="Wingdings" panose="05000000000000000000" pitchFamily="2" charset="2"/>
              <a:buChar char="Ø"/>
            </a:pPr>
            <a:endParaRPr lang="en-IN" sz="1600" dirty="0">
              <a:latin typeface="Georgia" panose="02040502050405020303" pitchFamily="18" charset="0"/>
            </a:endParaRPr>
          </a:p>
          <a:p>
            <a:pPr marL="285750" lvl="0" indent="-285750">
              <a:buFont typeface="Wingdings" panose="05000000000000000000" pitchFamily="2" charset="2"/>
              <a:buChar char="Ø"/>
            </a:pPr>
            <a:r>
              <a:rPr lang="en-IN" sz="1600" dirty="0">
                <a:latin typeface="Georgia" panose="02040502050405020303" pitchFamily="18" charset="0"/>
              </a:rPr>
              <a:t>Students who are detained due to shortage of attendance will be considered for readmission only once during the period of their course of study at the University.</a:t>
            </a:r>
          </a:p>
          <a:p>
            <a:pPr marL="285750" lvl="0" indent="-285750">
              <a:buFont typeface="Wingdings" panose="05000000000000000000" pitchFamily="2" charset="2"/>
              <a:buChar char="Ø"/>
            </a:pPr>
            <a:endParaRPr lang="en-IN" sz="1600" dirty="0">
              <a:latin typeface="Georgia" panose="02040502050405020303" pitchFamily="18" charset="0"/>
            </a:endParaRPr>
          </a:p>
          <a:p>
            <a:pPr marL="285750" lvl="0" indent="-285750">
              <a:buFont typeface="Wingdings" panose="05000000000000000000" pitchFamily="2" charset="2"/>
              <a:buChar char="Ø"/>
            </a:pPr>
            <a:r>
              <a:rPr lang="en-IN" sz="1600" dirty="0">
                <a:latin typeface="Georgia" panose="02040502050405020303" pitchFamily="18" charset="0"/>
              </a:rPr>
              <a:t>Students who need to be absent due to personal reasons shall apply with a duly filled in leave application form, with signatures from the respective faculty/</a:t>
            </a:r>
            <a:r>
              <a:rPr lang="en-IN" sz="1600" dirty="0" err="1">
                <a:latin typeface="Georgia" panose="02040502050405020303" pitchFamily="18" charset="0"/>
              </a:rPr>
              <a:t>HoD</a:t>
            </a:r>
            <a:r>
              <a:rPr lang="en-IN" sz="1600" dirty="0">
                <a:latin typeface="Georgia" panose="02040502050405020303" pitchFamily="18" charset="0"/>
              </a:rPr>
              <a:t> concerned.</a:t>
            </a:r>
            <a:endParaRPr lang="en-US" sz="1600" dirty="0">
              <a:latin typeface="Georgia" pitchFamily="18" charset="0"/>
            </a:endParaRPr>
          </a:p>
          <a:p>
            <a:pPr lvl="0"/>
            <a:endParaRPr lang="en-US" sz="1600" dirty="0">
              <a:latin typeface="Georgia" pitchFamily="18" charset="0"/>
            </a:endParaRPr>
          </a:p>
          <a:p>
            <a:pPr lvl="0"/>
            <a:endParaRPr lang="en-US" sz="1600" dirty="0">
              <a:latin typeface="Georgia" pitchFamily="18" charset="0"/>
            </a:endParaRPr>
          </a:p>
          <a:p>
            <a:pPr marL="285750" lvl="0" indent="-285750">
              <a:buFont typeface="Wingdings" panose="05000000000000000000" pitchFamily="2" charset="2"/>
              <a:buChar char="Ø"/>
            </a:pPr>
            <a:endParaRPr lang="en-US" dirty="0">
              <a:latin typeface="Georgia" pitchFamily="18" charset="0"/>
            </a:endParaRPr>
          </a:p>
        </p:txBody>
      </p:sp>
    </p:spTree>
    <p:extLst>
      <p:ext uri="{BB962C8B-B14F-4D97-AF65-F5344CB8AC3E}">
        <p14:creationId xmlns:p14="http://schemas.microsoft.com/office/powerpoint/2010/main" val="40505694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1782" y="651164"/>
            <a:ext cx="8478982" cy="5724644"/>
          </a:xfrm>
          <a:prstGeom prst="rect">
            <a:avLst/>
          </a:prstGeom>
        </p:spPr>
        <p:txBody>
          <a:bodyPr wrap="square">
            <a:spAutoFit/>
          </a:bodyPr>
          <a:lstStyle/>
          <a:p>
            <a:r>
              <a:rPr lang="en-IN" sz="1600" b="1" u="sng" dirty="0">
                <a:latin typeface="Georgia" panose="02040502050405020303" pitchFamily="18" charset="0"/>
              </a:rPr>
              <a:t>Hostel Rules and Regulations (For students staying inside the University  Campus)</a:t>
            </a:r>
          </a:p>
          <a:p>
            <a:pPr lvl="0"/>
            <a:endParaRPr lang="en-IN" sz="1600" dirty="0">
              <a:latin typeface="Georgia" panose="02040502050405020303" pitchFamily="18" charset="0"/>
            </a:endParaRPr>
          </a:p>
          <a:p>
            <a:pPr marL="285750" lvl="0" indent="-285750">
              <a:buFont typeface="Wingdings" panose="05000000000000000000" pitchFamily="2" charset="2"/>
              <a:buChar char="Ø"/>
            </a:pPr>
            <a:r>
              <a:rPr lang="en-IN" sz="1600" dirty="0">
                <a:latin typeface="Georgia" panose="02040502050405020303" pitchFamily="18" charset="0"/>
              </a:rPr>
              <a:t>Student resident  have to register their out -time and in-time in the morning and evening via the biometric system.</a:t>
            </a:r>
          </a:p>
          <a:p>
            <a:pPr marL="285750" lvl="0" indent="-285750">
              <a:buFont typeface="Wingdings" panose="05000000000000000000" pitchFamily="2" charset="2"/>
              <a:buChar char="Ø"/>
            </a:pPr>
            <a:endParaRPr lang="en-IN" sz="1600" dirty="0">
              <a:latin typeface="Georgia" panose="02040502050405020303" pitchFamily="18" charset="0"/>
            </a:endParaRPr>
          </a:p>
          <a:p>
            <a:pPr marL="285750" lvl="0" indent="-285750">
              <a:buFont typeface="Wingdings" panose="05000000000000000000" pitchFamily="2" charset="2"/>
              <a:buChar char="Ø"/>
            </a:pPr>
            <a:r>
              <a:rPr lang="en-IN" sz="1600" dirty="0">
                <a:latin typeface="Georgia" panose="02040502050405020303" pitchFamily="18" charset="0"/>
              </a:rPr>
              <a:t>Every student shall keep the room allotted to him neat and tidy. He should take proper care of the furniture and fixtures.</a:t>
            </a:r>
          </a:p>
          <a:p>
            <a:pPr marL="285750" lvl="0" indent="-285750">
              <a:buFont typeface="Wingdings" panose="05000000000000000000" pitchFamily="2" charset="2"/>
              <a:buChar char="Ø"/>
            </a:pPr>
            <a:endParaRPr lang="en-IN" sz="1600" dirty="0">
              <a:latin typeface="Georgia" panose="02040502050405020303" pitchFamily="18" charset="0"/>
            </a:endParaRPr>
          </a:p>
          <a:p>
            <a:pPr marL="285750" lvl="0" indent="-285750">
              <a:buFont typeface="Wingdings" panose="05000000000000000000" pitchFamily="2" charset="2"/>
              <a:buChar char="Ø"/>
            </a:pPr>
            <a:r>
              <a:rPr lang="en-IN" sz="1600" dirty="0">
                <a:latin typeface="Georgia" panose="02040502050405020303" pitchFamily="18" charset="0"/>
              </a:rPr>
              <a:t>Allotment of the room, furniture and so forth will be entirely at the discretion of the Director of the hall.</a:t>
            </a:r>
          </a:p>
          <a:p>
            <a:pPr marL="285750" lvl="0" indent="-285750">
              <a:buFont typeface="Wingdings" panose="05000000000000000000" pitchFamily="2" charset="2"/>
              <a:buChar char="Ø"/>
            </a:pPr>
            <a:endParaRPr lang="en-IN" sz="1600" dirty="0">
              <a:latin typeface="Georgia" panose="02040502050405020303" pitchFamily="18" charset="0"/>
            </a:endParaRPr>
          </a:p>
          <a:p>
            <a:pPr marL="285750" lvl="0" indent="-285750">
              <a:buFont typeface="Wingdings" panose="05000000000000000000" pitchFamily="2" charset="2"/>
              <a:buChar char="Ø"/>
            </a:pPr>
            <a:r>
              <a:rPr lang="en-IN" sz="1600" dirty="0">
                <a:latin typeface="Georgia" panose="02040502050405020303" pitchFamily="18" charset="0"/>
              </a:rPr>
              <a:t>Students are not permitted to change the room allotted to them, except at the discretion of the authorities of the hall.</a:t>
            </a:r>
          </a:p>
          <a:p>
            <a:pPr marL="285750" lvl="0" indent="-285750">
              <a:buFont typeface="Wingdings" panose="05000000000000000000" pitchFamily="2" charset="2"/>
              <a:buChar char="Ø"/>
            </a:pPr>
            <a:endParaRPr lang="en-IN" sz="1600" dirty="0">
              <a:latin typeface="Georgia" panose="02040502050405020303" pitchFamily="18" charset="0"/>
            </a:endParaRPr>
          </a:p>
          <a:p>
            <a:pPr marL="285750" lvl="0" indent="-285750">
              <a:buFont typeface="Wingdings" panose="05000000000000000000" pitchFamily="2" charset="2"/>
              <a:buChar char="Ø"/>
            </a:pPr>
            <a:r>
              <a:rPr lang="en-IN" sz="1600" dirty="0">
                <a:latin typeface="Georgia" panose="02040502050405020303" pitchFamily="18" charset="0"/>
              </a:rPr>
              <a:t>The concerned authorities have the right to enter and inspect the rooms at any time, even in the absence of the students.</a:t>
            </a:r>
          </a:p>
          <a:p>
            <a:pPr marL="285750" lvl="0" indent="-285750">
              <a:buFont typeface="Wingdings" panose="05000000000000000000" pitchFamily="2" charset="2"/>
              <a:buChar char="Ø"/>
            </a:pPr>
            <a:endParaRPr lang="en-IN" sz="1600" dirty="0">
              <a:latin typeface="Georgia" panose="02040502050405020303" pitchFamily="18" charset="0"/>
            </a:endParaRPr>
          </a:p>
          <a:p>
            <a:pPr marL="285750" lvl="0" indent="-285750">
              <a:buFont typeface="Wingdings" panose="05000000000000000000" pitchFamily="2" charset="2"/>
              <a:buChar char="Ø"/>
            </a:pPr>
            <a:r>
              <a:rPr lang="en-IN" sz="1600" dirty="0">
                <a:latin typeface="Georgia" panose="02040502050405020303" pitchFamily="18" charset="0"/>
              </a:rPr>
              <a:t>No poster should be put up anywhere, either in rooms or lobbies. In addition, the student should not drive nails, screws and so forth into the wall or doors.</a:t>
            </a:r>
          </a:p>
          <a:p>
            <a:pPr marL="285750" lvl="0" indent="-285750">
              <a:buFont typeface="Wingdings" panose="05000000000000000000" pitchFamily="2" charset="2"/>
              <a:buChar char="Ø"/>
            </a:pPr>
            <a:r>
              <a:rPr lang="en-US" sz="1600" dirty="0">
                <a:latin typeface="Georgia" panose="02040502050405020303" pitchFamily="18" charset="0"/>
              </a:rPr>
              <a:t>Please carry a pillow, bedsheet and blanket cover incase you are living inside the University hostel</a:t>
            </a:r>
            <a:endParaRPr lang="en-IN" sz="1600" dirty="0">
              <a:latin typeface="Georgia" panose="02040502050405020303" pitchFamily="18" charset="0"/>
            </a:endParaRPr>
          </a:p>
          <a:p>
            <a:pPr marL="285750" lvl="0" indent="-285750">
              <a:buFont typeface="Wingdings" panose="05000000000000000000" pitchFamily="2" charset="2"/>
              <a:buChar char="Ø"/>
            </a:pPr>
            <a:endParaRPr lang="en-US" dirty="0">
              <a:latin typeface="Georgia" pitchFamily="18" charset="0"/>
            </a:endParaRPr>
          </a:p>
        </p:txBody>
      </p:sp>
    </p:spTree>
    <p:extLst>
      <p:ext uri="{BB962C8B-B14F-4D97-AF65-F5344CB8AC3E}">
        <p14:creationId xmlns:p14="http://schemas.microsoft.com/office/powerpoint/2010/main" val="2745864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5677ED0-1FF8-4878-9729-06F93A87E888}"/>
              </a:ext>
            </a:extLst>
          </p:cNvPr>
          <p:cNvSpPr txBox="1"/>
          <p:nvPr/>
        </p:nvSpPr>
        <p:spPr>
          <a:xfrm>
            <a:off x="1232682" y="1943874"/>
            <a:ext cx="6996918" cy="3108543"/>
          </a:xfrm>
          <a:prstGeom prst="rect">
            <a:avLst/>
          </a:prstGeom>
          <a:noFill/>
        </p:spPr>
        <p:txBody>
          <a:bodyPr wrap="square">
            <a:spAutoFit/>
          </a:bodyPr>
          <a:lstStyle/>
          <a:p>
            <a:pPr marL="50800" algn="ctr" rtl="0">
              <a:spcBef>
                <a:spcPts val="0"/>
              </a:spcBef>
              <a:spcAft>
                <a:spcPts val="0"/>
              </a:spcAft>
            </a:pPr>
            <a:r>
              <a:rPr lang="en-US" sz="2800" b="1" i="0" u="none" strike="noStrike" dirty="0">
                <a:solidFill>
                  <a:srgbClr val="000000"/>
                </a:solidFill>
                <a:effectLst/>
                <a:latin typeface="Georgia" panose="02040502050405020303" pitchFamily="18" charset="0"/>
              </a:rPr>
              <a:t>Office of International Affairs </a:t>
            </a:r>
            <a:r>
              <a:rPr lang="en-US" sz="2800" b="0" i="0" u="none" strike="noStrike" dirty="0">
                <a:solidFill>
                  <a:srgbClr val="000000"/>
                </a:solidFill>
                <a:effectLst/>
                <a:latin typeface="Georgia" panose="02040502050405020303" pitchFamily="18" charset="0"/>
              </a:rPr>
              <a:t>acts as a bridge between international students and the University administration, ensuring smooth integration into campus and life in India.</a:t>
            </a:r>
            <a:endParaRPr lang="en-US" sz="2800" b="0" dirty="0">
              <a:effectLst/>
            </a:endParaRPr>
          </a:p>
          <a:p>
            <a:br>
              <a:rPr lang="en-US" sz="2800" dirty="0"/>
            </a:br>
            <a:endParaRPr lang="en-IN" sz="2800" dirty="0"/>
          </a:p>
        </p:txBody>
      </p:sp>
    </p:spTree>
    <p:extLst>
      <p:ext uri="{BB962C8B-B14F-4D97-AF65-F5344CB8AC3E}">
        <p14:creationId xmlns:p14="http://schemas.microsoft.com/office/powerpoint/2010/main" val="3087767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Google Shape;95;p3">
            <a:extLst>
              <a:ext uri="{FF2B5EF4-FFF2-40B4-BE49-F238E27FC236}">
                <a16:creationId xmlns:a16="http://schemas.microsoft.com/office/drawing/2014/main" id="{FB90C293-CD3A-4F83-87F4-75B2BCDE26A4}"/>
              </a:ext>
            </a:extLst>
          </p:cNvPr>
          <p:cNvSpPr txBox="1">
            <a:spLocks/>
          </p:cNvSpPr>
          <p:nvPr/>
        </p:nvSpPr>
        <p:spPr>
          <a:xfrm>
            <a:off x="322528" y="513065"/>
            <a:ext cx="3176783" cy="7635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1pPr>
            <a:lvl2pPr marR="0" lvl="1"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2pPr>
            <a:lvl3pPr marR="0" lvl="2"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3pPr>
            <a:lvl4pPr marR="0" lvl="3"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4pPr>
            <a:lvl5pPr marR="0" lvl="4"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5pPr>
            <a:lvl6pPr marR="0" lvl="5"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6pPr>
            <a:lvl7pPr marR="0" lvl="6"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7pPr>
            <a:lvl8pPr marR="0" lvl="7"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8pPr>
            <a:lvl9pPr marR="0" lvl="8"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9pPr>
          </a:lstStyle>
          <a:p>
            <a:pPr>
              <a:buSzPts val="3200"/>
              <a:buFont typeface="IBM Plex Sans Condensed"/>
              <a:buNone/>
            </a:pPr>
            <a:r>
              <a:rPr lang="en-US" dirty="0">
                <a:latin typeface="Georgia" panose="02040502050405020303" pitchFamily="18" charset="0"/>
              </a:rPr>
              <a:t> Team OIA</a:t>
            </a:r>
          </a:p>
        </p:txBody>
      </p:sp>
      <p:sp>
        <p:nvSpPr>
          <p:cNvPr id="11" name="Google Shape;96;p3">
            <a:extLst>
              <a:ext uri="{FF2B5EF4-FFF2-40B4-BE49-F238E27FC236}">
                <a16:creationId xmlns:a16="http://schemas.microsoft.com/office/drawing/2014/main" id="{ABAB18EE-F3A2-469A-8D70-48AFD997D6EC}"/>
              </a:ext>
            </a:extLst>
          </p:cNvPr>
          <p:cNvSpPr txBox="1">
            <a:spLocks noGrp="1"/>
          </p:cNvSpPr>
          <p:nvPr>
            <p:ph type="sldNum" idx="12"/>
          </p:nvPr>
        </p:nvSpPr>
        <p:spPr>
          <a:xfrm>
            <a:off x="6402361" y="6649438"/>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sp>
        <p:nvSpPr>
          <p:cNvPr id="12" name="Google Shape;97;p3">
            <a:extLst>
              <a:ext uri="{FF2B5EF4-FFF2-40B4-BE49-F238E27FC236}">
                <a16:creationId xmlns:a16="http://schemas.microsoft.com/office/drawing/2014/main" id="{48C600BD-E70A-437B-92AD-8CF39591F3D1}"/>
              </a:ext>
            </a:extLst>
          </p:cNvPr>
          <p:cNvSpPr txBox="1"/>
          <p:nvPr/>
        </p:nvSpPr>
        <p:spPr>
          <a:xfrm>
            <a:off x="2030421" y="2964706"/>
            <a:ext cx="1923415" cy="41545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50" b="1" i="0" u="none" strike="noStrike" cap="none" dirty="0">
                <a:solidFill>
                  <a:srgbClr val="000000"/>
                </a:solidFill>
                <a:latin typeface="Georgia" panose="02040502050405020303" pitchFamily="18" charset="0"/>
                <a:sym typeface="Arial"/>
              </a:rPr>
              <a:t>Mr. Dennison Joseph</a:t>
            </a:r>
            <a:endParaRPr sz="1050" dirty="0">
              <a:latin typeface="Georgia" panose="02040502050405020303" pitchFamily="18" charset="0"/>
            </a:endParaRPr>
          </a:p>
          <a:p>
            <a:pPr marL="0" marR="0" lvl="0" indent="0" algn="l" rtl="0">
              <a:lnSpc>
                <a:spcPct val="100000"/>
              </a:lnSpc>
              <a:spcBef>
                <a:spcPts val="0"/>
              </a:spcBef>
              <a:spcAft>
                <a:spcPts val="0"/>
              </a:spcAft>
              <a:buNone/>
            </a:pPr>
            <a:r>
              <a:rPr lang="en-US" sz="1050" b="0" i="0" u="none" strike="noStrike" cap="none" dirty="0">
                <a:solidFill>
                  <a:srgbClr val="000000"/>
                </a:solidFill>
                <a:latin typeface="Georgia" panose="02040502050405020303" pitchFamily="18" charset="0"/>
                <a:sym typeface="Arial"/>
              </a:rPr>
              <a:t>Associate Director</a:t>
            </a:r>
            <a:endParaRPr sz="1050" b="0" i="0" u="none" strike="noStrike" cap="none" dirty="0">
              <a:solidFill>
                <a:srgbClr val="000000"/>
              </a:solidFill>
              <a:latin typeface="Georgia" panose="02040502050405020303" pitchFamily="18" charset="0"/>
              <a:sym typeface="Arial"/>
            </a:endParaRPr>
          </a:p>
        </p:txBody>
      </p:sp>
      <p:sp>
        <p:nvSpPr>
          <p:cNvPr id="13" name="Google Shape;98;p3">
            <a:extLst>
              <a:ext uri="{FF2B5EF4-FFF2-40B4-BE49-F238E27FC236}">
                <a16:creationId xmlns:a16="http://schemas.microsoft.com/office/drawing/2014/main" id="{10AD53C3-B223-48B5-9A20-4B68374EFBD0}"/>
              </a:ext>
            </a:extLst>
          </p:cNvPr>
          <p:cNvSpPr txBox="1"/>
          <p:nvPr/>
        </p:nvSpPr>
        <p:spPr>
          <a:xfrm>
            <a:off x="2208112" y="5365841"/>
            <a:ext cx="1706624" cy="7386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50" b="1" i="0" u="none" strike="noStrike" cap="none" dirty="0">
                <a:solidFill>
                  <a:srgbClr val="000000"/>
                </a:solidFill>
                <a:latin typeface="Arial"/>
                <a:ea typeface="Arial"/>
                <a:cs typeface="Arial"/>
                <a:sym typeface="Arial"/>
              </a:rPr>
              <a:t>Mr. Manoj </a:t>
            </a:r>
            <a:r>
              <a:rPr lang="en-US" sz="1050" b="1" i="0" u="none" strike="noStrike" cap="none" dirty="0">
                <a:solidFill>
                  <a:srgbClr val="000000"/>
                </a:solidFill>
                <a:latin typeface="Georgia" panose="02040502050405020303" pitchFamily="18" charset="0"/>
                <a:sym typeface="Arial"/>
              </a:rPr>
              <a:t>Thomas</a:t>
            </a:r>
            <a:endParaRPr sz="1050" dirty="0">
              <a:latin typeface="Georgia" panose="02040502050405020303" pitchFamily="18" charset="0"/>
            </a:endParaRPr>
          </a:p>
          <a:p>
            <a:pPr marL="0" marR="0" lvl="0" indent="0" algn="l" rtl="0">
              <a:lnSpc>
                <a:spcPct val="100000"/>
              </a:lnSpc>
              <a:spcBef>
                <a:spcPts val="0"/>
              </a:spcBef>
              <a:spcAft>
                <a:spcPts val="0"/>
              </a:spcAft>
              <a:buNone/>
            </a:pPr>
            <a:r>
              <a:rPr lang="en-US" sz="1050" b="0" i="0" u="none" strike="noStrike" cap="none" dirty="0">
                <a:solidFill>
                  <a:srgbClr val="000000"/>
                </a:solidFill>
                <a:latin typeface="Arial"/>
                <a:ea typeface="Arial"/>
                <a:cs typeface="Arial"/>
                <a:sym typeface="Arial"/>
              </a:rPr>
              <a:t>Coordinator,</a:t>
            </a:r>
          </a:p>
          <a:p>
            <a:pPr marL="0" marR="0" lvl="0" indent="0" algn="l" rtl="0">
              <a:lnSpc>
                <a:spcPct val="100000"/>
              </a:lnSpc>
              <a:spcBef>
                <a:spcPts val="0"/>
              </a:spcBef>
              <a:spcAft>
                <a:spcPts val="0"/>
              </a:spcAft>
              <a:buNone/>
            </a:pPr>
            <a:r>
              <a:rPr lang="en-US" sz="1050" b="0" i="0" u="none" strike="noStrike" cap="none" dirty="0">
                <a:solidFill>
                  <a:srgbClr val="000000"/>
                </a:solidFill>
                <a:latin typeface="Arial"/>
                <a:ea typeface="Arial"/>
                <a:cs typeface="Arial"/>
                <a:sym typeface="Arial"/>
              </a:rPr>
              <a:t>Global Partnership,</a:t>
            </a:r>
            <a:br>
              <a:rPr lang="en-US" sz="1050" b="0" i="0" u="none" strike="noStrike" cap="none" dirty="0">
                <a:solidFill>
                  <a:srgbClr val="000000"/>
                </a:solidFill>
                <a:latin typeface="Arial"/>
                <a:ea typeface="Arial"/>
                <a:cs typeface="Arial"/>
                <a:sym typeface="Arial"/>
              </a:rPr>
            </a:br>
            <a:r>
              <a:rPr lang="en-US" sz="1050" b="0" i="0" u="none" strike="noStrike" cap="none" dirty="0">
                <a:solidFill>
                  <a:srgbClr val="000000"/>
                </a:solidFill>
                <a:latin typeface="Arial"/>
                <a:ea typeface="Arial"/>
                <a:cs typeface="Arial"/>
                <a:sym typeface="Arial"/>
              </a:rPr>
              <a:t>Secretary to the Director</a:t>
            </a:r>
            <a:endParaRPr sz="1050" b="0" i="0" u="none" strike="noStrike" cap="none" dirty="0">
              <a:solidFill>
                <a:srgbClr val="000000"/>
              </a:solidFill>
              <a:latin typeface="Arial"/>
              <a:ea typeface="Arial"/>
              <a:cs typeface="Arial"/>
              <a:sym typeface="Arial"/>
            </a:endParaRPr>
          </a:p>
        </p:txBody>
      </p:sp>
      <p:sp>
        <p:nvSpPr>
          <p:cNvPr id="14" name="Google Shape;99;p3">
            <a:extLst>
              <a:ext uri="{FF2B5EF4-FFF2-40B4-BE49-F238E27FC236}">
                <a16:creationId xmlns:a16="http://schemas.microsoft.com/office/drawing/2014/main" id="{AC480210-042D-4D97-8DFF-5DE5A440BD22}"/>
              </a:ext>
            </a:extLst>
          </p:cNvPr>
          <p:cNvSpPr txBox="1"/>
          <p:nvPr/>
        </p:nvSpPr>
        <p:spPr>
          <a:xfrm>
            <a:off x="7258928" y="2820844"/>
            <a:ext cx="1836733" cy="6001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00" b="1" i="0" u="none" strike="noStrike" cap="none" dirty="0">
                <a:solidFill>
                  <a:srgbClr val="000000"/>
                </a:solidFill>
                <a:latin typeface="Arial"/>
                <a:ea typeface="Arial"/>
                <a:cs typeface="Arial"/>
                <a:sym typeface="Arial"/>
              </a:rPr>
              <a:t>Ms. Joe-Ann Serrano</a:t>
            </a:r>
            <a:endParaRPr sz="1100" dirty="0"/>
          </a:p>
          <a:p>
            <a:pPr marL="0" marR="0" lvl="0" indent="0" algn="l" rtl="0">
              <a:lnSpc>
                <a:spcPct val="100000"/>
              </a:lnSpc>
              <a:spcBef>
                <a:spcPts val="0"/>
              </a:spcBef>
              <a:spcAft>
                <a:spcPts val="0"/>
              </a:spcAft>
              <a:buNone/>
            </a:pPr>
            <a:r>
              <a:rPr lang="en-US" sz="1050" b="0" i="0" u="none" strike="noStrike" cap="none" dirty="0">
                <a:solidFill>
                  <a:srgbClr val="000000"/>
                </a:solidFill>
                <a:latin typeface="Arial"/>
                <a:ea typeface="Arial"/>
                <a:cs typeface="Arial"/>
                <a:sym typeface="Arial"/>
              </a:rPr>
              <a:t>International</a:t>
            </a:r>
            <a:r>
              <a:rPr lang="en-US" sz="1100" b="0" i="0" u="none" strike="noStrike" cap="none" dirty="0">
                <a:solidFill>
                  <a:srgbClr val="000000"/>
                </a:solidFill>
                <a:latin typeface="Arial"/>
                <a:ea typeface="Arial"/>
                <a:cs typeface="Arial"/>
                <a:sym typeface="Arial"/>
              </a:rPr>
              <a:t> Admission &amp; Student Welfare</a:t>
            </a:r>
            <a:endParaRPr sz="1100" b="0" i="0" u="none" strike="noStrike" cap="none" dirty="0">
              <a:solidFill>
                <a:srgbClr val="000000"/>
              </a:solidFill>
              <a:latin typeface="Arial"/>
              <a:ea typeface="Arial"/>
              <a:cs typeface="Arial"/>
              <a:sym typeface="Arial"/>
            </a:endParaRPr>
          </a:p>
        </p:txBody>
      </p:sp>
      <p:sp>
        <p:nvSpPr>
          <p:cNvPr id="15" name="Google Shape;100;p3">
            <a:extLst>
              <a:ext uri="{FF2B5EF4-FFF2-40B4-BE49-F238E27FC236}">
                <a16:creationId xmlns:a16="http://schemas.microsoft.com/office/drawing/2014/main" id="{430F754F-B3EF-4EA0-9F3A-B79F42B3A053}"/>
              </a:ext>
            </a:extLst>
          </p:cNvPr>
          <p:cNvSpPr txBox="1"/>
          <p:nvPr/>
        </p:nvSpPr>
        <p:spPr>
          <a:xfrm>
            <a:off x="5746358" y="2871179"/>
            <a:ext cx="1923415" cy="57704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50" b="1" i="0" u="none" strike="noStrike" cap="none" dirty="0">
                <a:solidFill>
                  <a:srgbClr val="000000"/>
                </a:solidFill>
                <a:latin typeface="Arial"/>
                <a:ea typeface="Arial"/>
                <a:cs typeface="Arial"/>
                <a:sym typeface="Arial"/>
              </a:rPr>
              <a:t>Mr. Ravindra T</a:t>
            </a:r>
            <a:endParaRPr sz="1050" dirty="0"/>
          </a:p>
          <a:p>
            <a:pPr marL="0" marR="0" lvl="0" indent="0" algn="l" rtl="0">
              <a:lnSpc>
                <a:spcPct val="100000"/>
              </a:lnSpc>
              <a:spcBef>
                <a:spcPts val="0"/>
              </a:spcBef>
              <a:spcAft>
                <a:spcPts val="0"/>
              </a:spcAft>
              <a:buNone/>
            </a:pPr>
            <a:r>
              <a:rPr lang="en-US" sz="1050" b="0" i="0" u="none" strike="noStrike" cap="none" dirty="0">
                <a:solidFill>
                  <a:srgbClr val="000000"/>
                </a:solidFill>
                <a:latin typeface="Georgia" panose="02040502050405020303" pitchFamily="18" charset="0"/>
                <a:sym typeface="Arial"/>
              </a:rPr>
              <a:t>Student</a:t>
            </a:r>
            <a:r>
              <a:rPr lang="en-US" sz="1050" b="0" i="0" u="none" strike="noStrike" cap="none" dirty="0">
                <a:solidFill>
                  <a:srgbClr val="000000"/>
                </a:solidFill>
                <a:latin typeface="Arial"/>
                <a:ea typeface="Arial"/>
                <a:cs typeface="Arial"/>
                <a:sym typeface="Arial"/>
              </a:rPr>
              <a:t> Services &amp; </a:t>
            </a:r>
          </a:p>
          <a:p>
            <a:pPr marL="0" marR="0" lvl="0" indent="0" algn="l" rtl="0">
              <a:lnSpc>
                <a:spcPct val="100000"/>
              </a:lnSpc>
              <a:spcBef>
                <a:spcPts val="0"/>
              </a:spcBef>
              <a:spcAft>
                <a:spcPts val="0"/>
              </a:spcAft>
              <a:buNone/>
            </a:pPr>
            <a:r>
              <a:rPr lang="en-US" sz="1050" b="0" i="0" u="none" strike="noStrike" cap="none" dirty="0">
                <a:solidFill>
                  <a:srgbClr val="000000"/>
                </a:solidFill>
                <a:latin typeface="Arial"/>
                <a:ea typeface="Arial"/>
                <a:cs typeface="Arial"/>
                <a:sym typeface="Arial"/>
              </a:rPr>
              <a:t>Mobility, FRRO</a:t>
            </a:r>
            <a:endParaRPr sz="1050" b="0" i="0" u="none" strike="noStrike" cap="none" dirty="0">
              <a:solidFill>
                <a:srgbClr val="000000"/>
              </a:solidFill>
              <a:latin typeface="Arial"/>
              <a:ea typeface="Arial"/>
              <a:cs typeface="Arial"/>
              <a:sym typeface="Arial"/>
            </a:endParaRPr>
          </a:p>
        </p:txBody>
      </p:sp>
      <p:sp>
        <p:nvSpPr>
          <p:cNvPr id="16" name="Google Shape;101;p3">
            <a:extLst>
              <a:ext uri="{FF2B5EF4-FFF2-40B4-BE49-F238E27FC236}">
                <a16:creationId xmlns:a16="http://schemas.microsoft.com/office/drawing/2014/main" id="{E42A08C1-B193-4923-9682-FD8336F2D0DB}"/>
              </a:ext>
            </a:extLst>
          </p:cNvPr>
          <p:cNvSpPr txBox="1"/>
          <p:nvPr/>
        </p:nvSpPr>
        <p:spPr>
          <a:xfrm>
            <a:off x="3877102" y="5393753"/>
            <a:ext cx="1957081" cy="57704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50" b="1" i="0" u="none" strike="noStrike" cap="none" dirty="0">
                <a:solidFill>
                  <a:srgbClr val="000000"/>
                </a:solidFill>
                <a:latin typeface="Arial"/>
                <a:ea typeface="Arial"/>
                <a:cs typeface="Arial"/>
                <a:sym typeface="Arial"/>
              </a:rPr>
              <a:t>Ms. Jolly </a:t>
            </a:r>
            <a:r>
              <a:rPr lang="en-US" sz="1050" b="1" i="0" u="none" strike="noStrike" cap="none" dirty="0" err="1">
                <a:solidFill>
                  <a:srgbClr val="000000"/>
                </a:solidFill>
                <a:latin typeface="Arial"/>
                <a:ea typeface="Arial"/>
                <a:cs typeface="Arial"/>
                <a:sym typeface="Arial"/>
              </a:rPr>
              <a:t>Joshy</a:t>
            </a:r>
            <a:endParaRPr sz="1050" dirty="0"/>
          </a:p>
          <a:p>
            <a:pPr marL="0" marR="0" lvl="0" indent="0" algn="l" rtl="0">
              <a:lnSpc>
                <a:spcPct val="100000"/>
              </a:lnSpc>
              <a:spcBef>
                <a:spcPts val="0"/>
              </a:spcBef>
              <a:spcAft>
                <a:spcPts val="0"/>
              </a:spcAft>
              <a:buNone/>
            </a:pPr>
            <a:r>
              <a:rPr lang="en-US" sz="1050" b="0" i="0" u="none" strike="noStrike" cap="none" dirty="0">
                <a:solidFill>
                  <a:srgbClr val="000000"/>
                </a:solidFill>
                <a:latin typeface="Arial"/>
                <a:ea typeface="Arial"/>
                <a:cs typeface="Arial"/>
                <a:sym typeface="Arial"/>
              </a:rPr>
              <a:t>International Exchange </a:t>
            </a:r>
          </a:p>
          <a:p>
            <a:pPr marL="0" marR="0" lvl="0" indent="0" algn="l" rtl="0">
              <a:lnSpc>
                <a:spcPct val="100000"/>
              </a:lnSpc>
              <a:spcBef>
                <a:spcPts val="0"/>
              </a:spcBef>
              <a:spcAft>
                <a:spcPts val="0"/>
              </a:spcAft>
              <a:buNone/>
            </a:pPr>
            <a:r>
              <a:rPr lang="en-US" sz="1050" b="0" i="0" u="none" strike="noStrike" cap="none" dirty="0">
                <a:solidFill>
                  <a:srgbClr val="000000"/>
                </a:solidFill>
                <a:latin typeface="Arial"/>
                <a:ea typeface="Arial"/>
                <a:cs typeface="Arial"/>
                <a:sym typeface="Arial"/>
              </a:rPr>
              <a:t>&amp; Scholarship </a:t>
            </a:r>
            <a:endParaRPr sz="1050" b="0" i="0" u="none" strike="noStrike" cap="none" dirty="0">
              <a:solidFill>
                <a:srgbClr val="000000"/>
              </a:solidFill>
              <a:latin typeface="Arial"/>
              <a:ea typeface="Arial"/>
              <a:cs typeface="Arial"/>
              <a:sym typeface="Arial"/>
            </a:endParaRPr>
          </a:p>
        </p:txBody>
      </p:sp>
      <p:sp>
        <p:nvSpPr>
          <p:cNvPr id="17" name="Google Shape;102;p3">
            <a:extLst>
              <a:ext uri="{FF2B5EF4-FFF2-40B4-BE49-F238E27FC236}">
                <a16:creationId xmlns:a16="http://schemas.microsoft.com/office/drawing/2014/main" id="{E8498C50-1E70-4DBC-80C9-33FB83F7F0E7}"/>
              </a:ext>
            </a:extLst>
          </p:cNvPr>
          <p:cNvSpPr txBox="1"/>
          <p:nvPr/>
        </p:nvSpPr>
        <p:spPr>
          <a:xfrm>
            <a:off x="3757613" y="2874451"/>
            <a:ext cx="2075427" cy="7386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50" b="1" i="0" u="none" strike="noStrike" cap="none" dirty="0">
                <a:solidFill>
                  <a:srgbClr val="000000"/>
                </a:solidFill>
                <a:latin typeface="Arial"/>
                <a:ea typeface="Arial"/>
                <a:cs typeface="Arial"/>
                <a:sym typeface="Arial"/>
              </a:rPr>
              <a:t>Mr. Selwyn </a:t>
            </a:r>
            <a:r>
              <a:rPr lang="en-US" sz="1050" b="1" i="0" u="none" strike="noStrike" cap="none" dirty="0" err="1">
                <a:solidFill>
                  <a:srgbClr val="000000"/>
                </a:solidFill>
                <a:latin typeface="Arial"/>
                <a:ea typeface="Arial"/>
                <a:cs typeface="Arial"/>
                <a:sym typeface="Arial"/>
              </a:rPr>
              <a:t>Mascarenhas</a:t>
            </a:r>
            <a:endParaRPr sz="1050" dirty="0"/>
          </a:p>
          <a:p>
            <a:pPr marL="0" marR="0" lvl="0" indent="0" algn="l" rtl="0">
              <a:lnSpc>
                <a:spcPct val="100000"/>
              </a:lnSpc>
              <a:spcBef>
                <a:spcPts val="0"/>
              </a:spcBef>
              <a:spcAft>
                <a:spcPts val="0"/>
              </a:spcAft>
              <a:buNone/>
            </a:pPr>
            <a:r>
              <a:rPr lang="en-US" sz="1050" b="0" i="0" u="none" strike="noStrike" cap="none" dirty="0">
                <a:solidFill>
                  <a:srgbClr val="000000"/>
                </a:solidFill>
                <a:latin typeface="Georgia" panose="02040502050405020303" pitchFamily="18" charset="0"/>
                <a:sym typeface="Arial"/>
              </a:rPr>
              <a:t>Administrative</a:t>
            </a:r>
            <a:r>
              <a:rPr lang="en-US" sz="1050" b="0" i="0" u="none" strike="noStrike" cap="none" dirty="0">
                <a:solidFill>
                  <a:srgbClr val="000000"/>
                </a:solidFill>
                <a:latin typeface="Arial"/>
                <a:ea typeface="Arial"/>
                <a:cs typeface="Arial"/>
                <a:sym typeface="Arial"/>
              </a:rPr>
              <a:t> Officer</a:t>
            </a:r>
            <a:br>
              <a:rPr lang="en-US" sz="1050" b="0" i="0" u="none" strike="noStrike" cap="none" dirty="0">
                <a:solidFill>
                  <a:srgbClr val="000000"/>
                </a:solidFill>
                <a:latin typeface="Arial"/>
                <a:ea typeface="Arial"/>
                <a:cs typeface="Arial"/>
                <a:sym typeface="Arial"/>
              </a:rPr>
            </a:br>
            <a:r>
              <a:rPr lang="en-US" sz="1050" b="0" i="0" u="none" strike="noStrike" cap="none" dirty="0">
                <a:solidFill>
                  <a:srgbClr val="000000"/>
                </a:solidFill>
                <a:latin typeface="Arial"/>
                <a:ea typeface="Arial"/>
                <a:cs typeface="Arial"/>
                <a:sym typeface="Arial"/>
              </a:rPr>
              <a:t>International Admission, Student Welfare</a:t>
            </a:r>
            <a:endParaRPr sz="1050" b="0" i="0" u="none" strike="noStrike" cap="none" dirty="0">
              <a:solidFill>
                <a:srgbClr val="000000"/>
              </a:solidFill>
              <a:latin typeface="Arial"/>
              <a:ea typeface="Arial"/>
              <a:cs typeface="Arial"/>
              <a:sym typeface="Arial"/>
            </a:endParaRPr>
          </a:p>
        </p:txBody>
      </p:sp>
      <p:sp>
        <p:nvSpPr>
          <p:cNvPr id="18" name="Google Shape;103;p3">
            <a:extLst>
              <a:ext uri="{FF2B5EF4-FFF2-40B4-BE49-F238E27FC236}">
                <a16:creationId xmlns:a16="http://schemas.microsoft.com/office/drawing/2014/main" id="{19D0A891-EDBB-40CD-8087-1FE7E7ED0BE4}"/>
              </a:ext>
            </a:extLst>
          </p:cNvPr>
          <p:cNvSpPr txBox="1"/>
          <p:nvPr/>
        </p:nvSpPr>
        <p:spPr>
          <a:xfrm>
            <a:off x="5662746" y="5325048"/>
            <a:ext cx="1471315" cy="11156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50" b="1" i="0" u="none" strike="noStrike" cap="none" dirty="0">
                <a:solidFill>
                  <a:srgbClr val="000000"/>
                </a:solidFill>
                <a:latin typeface="Arial"/>
                <a:ea typeface="Arial"/>
                <a:cs typeface="Arial"/>
                <a:sym typeface="Arial"/>
              </a:rPr>
              <a:t>Ms. Bindu Verma</a:t>
            </a:r>
            <a:endParaRPr sz="1050" dirty="0"/>
          </a:p>
          <a:p>
            <a:pPr marL="0" marR="0" lvl="0" indent="0" algn="l" rtl="0">
              <a:lnSpc>
                <a:spcPct val="100000"/>
              </a:lnSpc>
              <a:spcBef>
                <a:spcPts val="0"/>
              </a:spcBef>
              <a:spcAft>
                <a:spcPts val="0"/>
              </a:spcAft>
              <a:buNone/>
            </a:pPr>
            <a:r>
              <a:rPr lang="en-US" sz="1050" b="0" i="0" u="none" strike="noStrike" cap="none" dirty="0">
                <a:solidFill>
                  <a:srgbClr val="000000"/>
                </a:solidFill>
                <a:latin typeface="Arial"/>
                <a:ea typeface="Arial"/>
                <a:cs typeface="Arial"/>
                <a:sym typeface="Arial"/>
              </a:rPr>
              <a:t>Student Mobility &amp; </a:t>
            </a:r>
            <a:br>
              <a:rPr lang="en-US" sz="1050" b="0" i="0" u="none" strike="noStrike" cap="none" dirty="0">
                <a:solidFill>
                  <a:srgbClr val="000000"/>
                </a:solidFill>
                <a:latin typeface="Arial"/>
                <a:ea typeface="Arial"/>
                <a:cs typeface="Arial"/>
                <a:sym typeface="Arial"/>
              </a:rPr>
            </a:br>
            <a:r>
              <a:rPr lang="en-US" sz="1050" b="0" i="0" u="none" strike="noStrike" cap="none" dirty="0">
                <a:solidFill>
                  <a:srgbClr val="000000"/>
                </a:solidFill>
                <a:latin typeface="Arial"/>
                <a:ea typeface="Arial"/>
                <a:cs typeface="Arial"/>
                <a:sym typeface="Arial"/>
              </a:rPr>
              <a:t>International University </a:t>
            </a:r>
          </a:p>
          <a:p>
            <a:pPr marL="0" marR="0" lvl="0" indent="0" algn="l" rtl="0">
              <a:lnSpc>
                <a:spcPct val="100000"/>
              </a:lnSpc>
              <a:spcBef>
                <a:spcPts val="0"/>
              </a:spcBef>
              <a:spcAft>
                <a:spcPts val="0"/>
              </a:spcAft>
              <a:buNone/>
            </a:pPr>
            <a:r>
              <a:rPr lang="en-US" sz="1050" b="0" i="0" u="none" strike="noStrike" cap="none" dirty="0">
                <a:solidFill>
                  <a:srgbClr val="000000"/>
                </a:solidFill>
                <a:latin typeface="Arial"/>
                <a:ea typeface="Arial"/>
                <a:cs typeface="Arial"/>
                <a:sym typeface="Arial"/>
              </a:rPr>
              <a:t>Partnership</a:t>
            </a:r>
            <a:endParaRPr sz="1050"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9" name="Google Shape;104;p3">
            <a:extLst>
              <a:ext uri="{FF2B5EF4-FFF2-40B4-BE49-F238E27FC236}">
                <a16:creationId xmlns:a16="http://schemas.microsoft.com/office/drawing/2014/main" id="{7D2E8DBD-4E05-496F-84DC-D3AABBD06A69}"/>
              </a:ext>
            </a:extLst>
          </p:cNvPr>
          <p:cNvSpPr txBox="1"/>
          <p:nvPr/>
        </p:nvSpPr>
        <p:spPr>
          <a:xfrm>
            <a:off x="7626571" y="5358658"/>
            <a:ext cx="1541852" cy="57704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50" b="1" i="0" u="none" strike="noStrike" cap="none" dirty="0" err="1">
                <a:solidFill>
                  <a:srgbClr val="000000"/>
                </a:solidFill>
                <a:latin typeface="Arial"/>
                <a:ea typeface="Arial"/>
                <a:cs typeface="Arial"/>
                <a:sym typeface="Arial"/>
              </a:rPr>
              <a:t>Mr.John</a:t>
            </a:r>
            <a:r>
              <a:rPr lang="en-US" sz="1050" b="1" i="0" u="none" strike="noStrike" cap="none" dirty="0">
                <a:solidFill>
                  <a:srgbClr val="000000"/>
                </a:solidFill>
                <a:latin typeface="Arial"/>
                <a:ea typeface="Arial"/>
                <a:cs typeface="Arial"/>
                <a:sym typeface="Arial"/>
              </a:rPr>
              <a:t> Koshy</a:t>
            </a:r>
            <a:endParaRPr sz="105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050" b="0" i="0" u="none" strike="noStrike" cap="none" dirty="0">
                <a:solidFill>
                  <a:srgbClr val="000000"/>
                </a:solidFill>
                <a:latin typeface="Arial"/>
                <a:ea typeface="Arial"/>
                <a:cs typeface="Arial"/>
                <a:sym typeface="Arial"/>
              </a:rPr>
              <a:t>Hospitality &amp; </a:t>
            </a:r>
          </a:p>
          <a:p>
            <a:pPr marL="0" marR="0" lvl="0" indent="0" algn="l" rtl="0">
              <a:lnSpc>
                <a:spcPct val="100000"/>
              </a:lnSpc>
              <a:spcBef>
                <a:spcPts val="0"/>
              </a:spcBef>
              <a:spcAft>
                <a:spcPts val="0"/>
              </a:spcAft>
              <a:buNone/>
            </a:pPr>
            <a:r>
              <a:rPr lang="en-US" sz="1050" b="0" i="0" u="none" strike="noStrike" cap="none" dirty="0">
                <a:solidFill>
                  <a:srgbClr val="000000"/>
                </a:solidFill>
                <a:latin typeface="Arial"/>
                <a:ea typeface="Arial"/>
                <a:cs typeface="Arial"/>
                <a:sym typeface="Arial"/>
              </a:rPr>
              <a:t>Student Services</a:t>
            </a:r>
            <a:endParaRPr sz="1050" b="0" i="0" u="none" strike="noStrike" cap="none" dirty="0">
              <a:solidFill>
                <a:srgbClr val="000000"/>
              </a:solidFill>
              <a:latin typeface="Arial"/>
              <a:ea typeface="Arial"/>
              <a:cs typeface="Arial"/>
              <a:sym typeface="Arial"/>
            </a:endParaRPr>
          </a:p>
        </p:txBody>
      </p:sp>
      <p:pic>
        <p:nvPicPr>
          <p:cNvPr id="20" name="Google Shape;105;p3">
            <a:extLst>
              <a:ext uri="{FF2B5EF4-FFF2-40B4-BE49-F238E27FC236}">
                <a16:creationId xmlns:a16="http://schemas.microsoft.com/office/drawing/2014/main" id="{8132B333-5A03-42CF-8D8F-EFAF94FB2C1D}"/>
              </a:ext>
            </a:extLst>
          </p:cNvPr>
          <p:cNvPicPr preferRelativeResize="0"/>
          <p:nvPr/>
        </p:nvPicPr>
        <p:blipFill rotWithShape="1">
          <a:blip r:embed="rId2">
            <a:alphaModFix/>
          </a:blip>
          <a:srcRect/>
          <a:stretch/>
        </p:blipFill>
        <p:spPr>
          <a:xfrm>
            <a:off x="2208112" y="1509475"/>
            <a:ext cx="1189531" cy="1290030"/>
          </a:xfrm>
          <a:prstGeom prst="rect">
            <a:avLst/>
          </a:prstGeom>
          <a:noFill/>
          <a:ln>
            <a:noFill/>
          </a:ln>
        </p:spPr>
      </p:pic>
      <p:pic>
        <p:nvPicPr>
          <p:cNvPr id="21" name="Google Shape;106;p3">
            <a:extLst>
              <a:ext uri="{FF2B5EF4-FFF2-40B4-BE49-F238E27FC236}">
                <a16:creationId xmlns:a16="http://schemas.microsoft.com/office/drawing/2014/main" id="{4584D8F7-78CE-4C50-B4F4-E473E76D5380}"/>
              </a:ext>
            </a:extLst>
          </p:cNvPr>
          <p:cNvPicPr preferRelativeResize="0"/>
          <p:nvPr/>
        </p:nvPicPr>
        <p:blipFill rotWithShape="1">
          <a:blip r:embed="rId3">
            <a:alphaModFix/>
          </a:blip>
          <a:srcRect/>
          <a:stretch/>
        </p:blipFill>
        <p:spPr>
          <a:xfrm>
            <a:off x="2360504" y="3870404"/>
            <a:ext cx="1138807" cy="1340448"/>
          </a:xfrm>
          <a:prstGeom prst="rect">
            <a:avLst/>
          </a:prstGeom>
          <a:noFill/>
          <a:ln>
            <a:noFill/>
          </a:ln>
        </p:spPr>
      </p:pic>
      <p:pic>
        <p:nvPicPr>
          <p:cNvPr id="22" name="Google Shape;107;p3">
            <a:extLst>
              <a:ext uri="{FF2B5EF4-FFF2-40B4-BE49-F238E27FC236}">
                <a16:creationId xmlns:a16="http://schemas.microsoft.com/office/drawing/2014/main" id="{579D82CB-493B-49D3-A014-617D10E993D7}"/>
              </a:ext>
            </a:extLst>
          </p:cNvPr>
          <p:cNvPicPr preferRelativeResize="0"/>
          <p:nvPr/>
        </p:nvPicPr>
        <p:blipFill rotWithShape="1">
          <a:blip r:embed="rId4">
            <a:alphaModFix/>
          </a:blip>
          <a:srcRect/>
          <a:stretch/>
        </p:blipFill>
        <p:spPr>
          <a:xfrm>
            <a:off x="3941231" y="1546295"/>
            <a:ext cx="1128533" cy="1266553"/>
          </a:xfrm>
          <a:prstGeom prst="rect">
            <a:avLst/>
          </a:prstGeom>
          <a:noFill/>
          <a:ln>
            <a:noFill/>
          </a:ln>
        </p:spPr>
      </p:pic>
      <p:pic>
        <p:nvPicPr>
          <p:cNvPr id="23" name="Google Shape;108;p3">
            <a:extLst>
              <a:ext uri="{FF2B5EF4-FFF2-40B4-BE49-F238E27FC236}">
                <a16:creationId xmlns:a16="http://schemas.microsoft.com/office/drawing/2014/main" id="{4C2A8236-611C-4B55-83CB-D1E2B6D9FDF8}"/>
              </a:ext>
            </a:extLst>
          </p:cNvPr>
          <p:cNvPicPr preferRelativeResize="0"/>
          <p:nvPr/>
        </p:nvPicPr>
        <p:blipFill rotWithShape="1">
          <a:blip r:embed="rId5">
            <a:alphaModFix/>
          </a:blip>
          <a:srcRect/>
          <a:stretch/>
        </p:blipFill>
        <p:spPr>
          <a:xfrm>
            <a:off x="5746358" y="1532952"/>
            <a:ext cx="1156246" cy="1279896"/>
          </a:xfrm>
          <a:prstGeom prst="rect">
            <a:avLst/>
          </a:prstGeom>
          <a:noFill/>
          <a:ln>
            <a:noFill/>
          </a:ln>
        </p:spPr>
      </p:pic>
      <p:pic>
        <p:nvPicPr>
          <p:cNvPr id="24" name="Google Shape;109;p3">
            <a:extLst>
              <a:ext uri="{FF2B5EF4-FFF2-40B4-BE49-F238E27FC236}">
                <a16:creationId xmlns:a16="http://schemas.microsoft.com/office/drawing/2014/main" id="{58F3F47C-2DAF-4389-B3CC-B01AA21CCB44}"/>
              </a:ext>
            </a:extLst>
          </p:cNvPr>
          <p:cNvPicPr preferRelativeResize="0"/>
          <p:nvPr/>
        </p:nvPicPr>
        <p:blipFill rotWithShape="1">
          <a:blip r:embed="rId6">
            <a:alphaModFix/>
          </a:blip>
          <a:srcRect/>
          <a:stretch/>
        </p:blipFill>
        <p:spPr>
          <a:xfrm>
            <a:off x="4051855" y="3883528"/>
            <a:ext cx="1190100" cy="1364173"/>
          </a:xfrm>
          <a:prstGeom prst="rect">
            <a:avLst/>
          </a:prstGeom>
          <a:noFill/>
          <a:ln>
            <a:noFill/>
          </a:ln>
        </p:spPr>
      </p:pic>
      <p:pic>
        <p:nvPicPr>
          <p:cNvPr id="25" name="Google Shape;110;p3">
            <a:extLst>
              <a:ext uri="{FF2B5EF4-FFF2-40B4-BE49-F238E27FC236}">
                <a16:creationId xmlns:a16="http://schemas.microsoft.com/office/drawing/2014/main" id="{0C0CBE65-F8F9-4EC8-AFD6-5D32387DFEE5}"/>
              </a:ext>
            </a:extLst>
          </p:cNvPr>
          <p:cNvPicPr preferRelativeResize="0"/>
          <p:nvPr/>
        </p:nvPicPr>
        <p:blipFill rotWithShape="1">
          <a:blip r:embed="rId7">
            <a:alphaModFix/>
          </a:blip>
          <a:srcRect/>
          <a:stretch/>
        </p:blipFill>
        <p:spPr>
          <a:xfrm>
            <a:off x="5713043" y="3926688"/>
            <a:ext cx="1189561" cy="1305198"/>
          </a:xfrm>
          <a:prstGeom prst="rect">
            <a:avLst/>
          </a:prstGeom>
          <a:noFill/>
          <a:ln>
            <a:noFill/>
          </a:ln>
        </p:spPr>
      </p:pic>
      <p:pic>
        <p:nvPicPr>
          <p:cNvPr id="26" name="Google Shape;111;p3">
            <a:extLst>
              <a:ext uri="{FF2B5EF4-FFF2-40B4-BE49-F238E27FC236}">
                <a16:creationId xmlns:a16="http://schemas.microsoft.com/office/drawing/2014/main" id="{068B0E47-1120-42B9-B377-62FC85343E92}"/>
              </a:ext>
            </a:extLst>
          </p:cNvPr>
          <p:cNvPicPr preferRelativeResize="0"/>
          <p:nvPr/>
        </p:nvPicPr>
        <p:blipFill rotWithShape="1">
          <a:blip r:embed="rId8">
            <a:alphaModFix/>
          </a:blip>
          <a:srcRect/>
          <a:stretch/>
        </p:blipFill>
        <p:spPr>
          <a:xfrm>
            <a:off x="7579198" y="1499342"/>
            <a:ext cx="1051728" cy="1300163"/>
          </a:xfrm>
          <a:prstGeom prst="rect">
            <a:avLst/>
          </a:prstGeom>
          <a:noFill/>
          <a:ln>
            <a:noFill/>
          </a:ln>
        </p:spPr>
      </p:pic>
      <p:pic>
        <p:nvPicPr>
          <p:cNvPr id="27" name="Google Shape;112;p3">
            <a:extLst>
              <a:ext uri="{FF2B5EF4-FFF2-40B4-BE49-F238E27FC236}">
                <a16:creationId xmlns:a16="http://schemas.microsoft.com/office/drawing/2014/main" id="{04CC57F4-968A-442E-BA93-59C1FE51E96D}"/>
              </a:ext>
            </a:extLst>
          </p:cNvPr>
          <p:cNvPicPr preferRelativeResize="0"/>
          <p:nvPr/>
        </p:nvPicPr>
        <p:blipFill rotWithShape="1">
          <a:blip r:embed="rId9">
            <a:alphaModFix/>
          </a:blip>
          <a:srcRect/>
          <a:stretch/>
        </p:blipFill>
        <p:spPr>
          <a:xfrm>
            <a:off x="7617423" y="3928648"/>
            <a:ext cx="1138807" cy="1282204"/>
          </a:xfrm>
          <a:prstGeom prst="rect">
            <a:avLst/>
          </a:prstGeom>
          <a:noFill/>
          <a:ln>
            <a:noFill/>
          </a:ln>
        </p:spPr>
      </p:pic>
      <p:pic>
        <p:nvPicPr>
          <p:cNvPr id="28" name="Google Shape;113;p3">
            <a:extLst>
              <a:ext uri="{FF2B5EF4-FFF2-40B4-BE49-F238E27FC236}">
                <a16:creationId xmlns:a16="http://schemas.microsoft.com/office/drawing/2014/main" id="{A1598677-E874-4E82-892D-0A384F2B04D2}"/>
              </a:ext>
            </a:extLst>
          </p:cNvPr>
          <p:cNvPicPr preferRelativeResize="0"/>
          <p:nvPr/>
        </p:nvPicPr>
        <p:blipFill rotWithShape="1">
          <a:blip r:embed="rId10">
            <a:alphaModFix/>
          </a:blip>
          <a:srcRect/>
          <a:stretch/>
        </p:blipFill>
        <p:spPr>
          <a:xfrm>
            <a:off x="448018" y="2394436"/>
            <a:ext cx="1190099" cy="1532252"/>
          </a:xfrm>
          <a:prstGeom prst="rect">
            <a:avLst/>
          </a:prstGeom>
          <a:noFill/>
          <a:ln>
            <a:noFill/>
          </a:ln>
        </p:spPr>
      </p:pic>
      <p:sp>
        <p:nvSpPr>
          <p:cNvPr id="29" name="Google Shape;114;p3">
            <a:extLst>
              <a:ext uri="{FF2B5EF4-FFF2-40B4-BE49-F238E27FC236}">
                <a16:creationId xmlns:a16="http://schemas.microsoft.com/office/drawing/2014/main" id="{C99C1D62-E84F-4368-9F95-56F7666AAA4C}"/>
              </a:ext>
            </a:extLst>
          </p:cNvPr>
          <p:cNvSpPr txBox="1"/>
          <p:nvPr/>
        </p:nvSpPr>
        <p:spPr>
          <a:xfrm>
            <a:off x="379304" y="4128407"/>
            <a:ext cx="1981200" cy="57704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50" b="1" i="0" u="none" strike="noStrike" cap="none" dirty="0">
                <a:solidFill>
                  <a:srgbClr val="000000"/>
                </a:solidFill>
                <a:latin typeface="Heebo"/>
                <a:ea typeface="Heebo"/>
                <a:cs typeface="Heebo"/>
                <a:sym typeface="Heebo"/>
              </a:rPr>
              <a:t>Dr. Fr. </a:t>
            </a:r>
            <a:r>
              <a:rPr lang="en-US" sz="1050" b="1" i="0" u="none" strike="noStrike" cap="none" dirty="0" err="1">
                <a:solidFill>
                  <a:srgbClr val="000000"/>
                </a:solidFill>
                <a:latin typeface="Heebo"/>
                <a:ea typeface="Heebo"/>
                <a:cs typeface="Heebo"/>
                <a:sym typeface="Heebo"/>
              </a:rPr>
              <a:t>Viju</a:t>
            </a:r>
            <a:r>
              <a:rPr lang="en-US" sz="1050" b="1" i="0" u="none" strike="noStrike" cap="none" dirty="0">
                <a:solidFill>
                  <a:srgbClr val="000000"/>
                </a:solidFill>
                <a:latin typeface="Heebo"/>
                <a:ea typeface="Heebo"/>
                <a:cs typeface="Heebo"/>
                <a:sym typeface="Heebo"/>
              </a:rPr>
              <a:t> P. </a:t>
            </a:r>
            <a:r>
              <a:rPr lang="en-US" sz="1050" b="1" i="0" u="none" strike="noStrike" cap="none" dirty="0" err="1">
                <a:solidFill>
                  <a:srgbClr val="000000"/>
                </a:solidFill>
                <a:latin typeface="Heebo"/>
                <a:ea typeface="Heebo"/>
                <a:cs typeface="Heebo"/>
                <a:sym typeface="Heebo"/>
              </a:rPr>
              <a:t>Devassy</a:t>
            </a:r>
            <a:br>
              <a:rPr lang="en-US" sz="1050" b="0" i="0" u="none" strike="noStrike" cap="none" dirty="0">
                <a:solidFill>
                  <a:srgbClr val="000000"/>
                </a:solidFill>
                <a:latin typeface="Arial"/>
                <a:ea typeface="Arial"/>
                <a:cs typeface="Arial"/>
                <a:sym typeface="Arial"/>
              </a:rPr>
            </a:br>
            <a:r>
              <a:rPr lang="en-US" sz="1050" b="0" i="0" u="none" strike="noStrike" cap="none" dirty="0">
                <a:solidFill>
                  <a:srgbClr val="000000"/>
                </a:solidFill>
                <a:latin typeface="Heebo"/>
                <a:ea typeface="Heebo"/>
                <a:cs typeface="Heebo"/>
                <a:sym typeface="Heebo"/>
              </a:rPr>
              <a:t>Pro Vice-Chancellor</a:t>
            </a:r>
            <a:br>
              <a:rPr lang="en-US" sz="1050" b="0" i="0" u="none" strike="noStrike" cap="none" dirty="0">
                <a:solidFill>
                  <a:srgbClr val="000000"/>
                </a:solidFill>
                <a:latin typeface="Arial"/>
                <a:ea typeface="Arial"/>
                <a:cs typeface="Arial"/>
                <a:sym typeface="Arial"/>
              </a:rPr>
            </a:br>
            <a:r>
              <a:rPr lang="en-US" sz="1050" b="0" i="0" u="none" strike="noStrike" cap="none" dirty="0">
                <a:solidFill>
                  <a:srgbClr val="000000"/>
                </a:solidFill>
                <a:latin typeface="Heebo"/>
                <a:ea typeface="Heebo"/>
                <a:cs typeface="Heebo"/>
                <a:sym typeface="Heebo"/>
              </a:rPr>
              <a:t>Director</a:t>
            </a:r>
            <a:endParaRPr sz="105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9085415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oogle Shape;121;p4">
            <a:extLst>
              <a:ext uri="{FF2B5EF4-FFF2-40B4-BE49-F238E27FC236}">
                <a16:creationId xmlns:a16="http://schemas.microsoft.com/office/drawing/2014/main" id="{FC2B0E93-E720-47A1-A681-5B0010640B05}"/>
              </a:ext>
            </a:extLst>
          </p:cNvPr>
          <p:cNvPicPr preferRelativeResize="0"/>
          <p:nvPr/>
        </p:nvPicPr>
        <p:blipFill rotWithShape="1">
          <a:blip r:embed="rId2">
            <a:alphaModFix/>
          </a:blip>
          <a:srcRect/>
          <a:stretch/>
        </p:blipFill>
        <p:spPr>
          <a:xfrm>
            <a:off x="2168660" y="1852508"/>
            <a:ext cx="1458569" cy="1973323"/>
          </a:xfrm>
          <a:prstGeom prst="rect">
            <a:avLst/>
          </a:prstGeom>
          <a:noFill/>
          <a:ln>
            <a:noFill/>
          </a:ln>
        </p:spPr>
      </p:pic>
      <p:sp>
        <p:nvSpPr>
          <p:cNvPr id="9" name="Google Shape;124;p4">
            <a:extLst>
              <a:ext uri="{FF2B5EF4-FFF2-40B4-BE49-F238E27FC236}">
                <a16:creationId xmlns:a16="http://schemas.microsoft.com/office/drawing/2014/main" id="{F63FBCFF-2B36-483E-BDC1-6216B246D412}"/>
              </a:ext>
            </a:extLst>
          </p:cNvPr>
          <p:cNvSpPr txBox="1"/>
          <p:nvPr/>
        </p:nvSpPr>
        <p:spPr>
          <a:xfrm>
            <a:off x="5214893" y="4058782"/>
            <a:ext cx="3165000" cy="7386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b="1" i="0" u="none" strike="noStrike" cap="none" dirty="0">
                <a:solidFill>
                  <a:srgbClr val="000000"/>
                </a:solidFill>
                <a:latin typeface="Georgia" panose="02040502050405020303" pitchFamily="18" charset="0"/>
                <a:ea typeface="Heebo"/>
                <a:cs typeface="Heebo"/>
                <a:sym typeface="Heebo"/>
              </a:rPr>
              <a:t>Ms. </a:t>
            </a:r>
            <a:r>
              <a:rPr lang="en-US" b="1" i="0" u="none" strike="noStrike" cap="none" dirty="0" err="1">
                <a:solidFill>
                  <a:srgbClr val="000000"/>
                </a:solidFill>
                <a:latin typeface="Georgia" panose="02040502050405020303" pitchFamily="18" charset="0"/>
                <a:ea typeface="Heebo"/>
                <a:cs typeface="Heebo"/>
                <a:sym typeface="Heebo"/>
              </a:rPr>
              <a:t>Kurunghat</a:t>
            </a:r>
            <a:r>
              <a:rPr lang="en-US" b="1" i="0" u="none" strike="noStrike" cap="none" dirty="0">
                <a:solidFill>
                  <a:srgbClr val="000000"/>
                </a:solidFill>
                <a:latin typeface="Georgia" panose="02040502050405020303" pitchFamily="18" charset="0"/>
                <a:ea typeface="Heebo"/>
                <a:cs typeface="Heebo"/>
                <a:sym typeface="Heebo"/>
              </a:rPr>
              <a:t> Ravi Priyanka</a:t>
            </a:r>
            <a:br>
              <a:rPr lang="en-US" b="0" i="0" u="none" strike="noStrike" cap="none" dirty="0">
                <a:solidFill>
                  <a:srgbClr val="000000"/>
                </a:solidFill>
                <a:latin typeface="Georgia" panose="02040502050405020303" pitchFamily="18" charset="0"/>
                <a:sym typeface="Arial"/>
              </a:rPr>
            </a:br>
            <a:r>
              <a:rPr lang="en-US" b="0" i="0" u="none" strike="noStrike" cap="none" dirty="0">
                <a:solidFill>
                  <a:srgbClr val="000000"/>
                </a:solidFill>
                <a:latin typeface="Georgia" panose="02040502050405020303" pitchFamily="18" charset="0"/>
                <a:ea typeface="Heebo"/>
                <a:cs typeface="Heebo"/>
                <a:sym typeface="Heebo"/>
              </a:rPr>
              <a:t>Office of International Affairs</a:t>
            </a:r>
            <a:br>
              <a:rPr lang="en-US" b="0" i="0" u="none" strike="noStrike" cap="none" dirty="0">
                <a:solidFill>
                  <a:srgbClr val="000000"/>
                </a:solidFill>
                <a:latin typeface="Georgia" panose="02040502050405020303" pitchFamily="18" charset="0"/>
                <a:sym typeface="Arial"/>
              </a:rPr>
            </a:br>
            <a:r>
              <a:rPr lang="en-US" b="0" i="0" u="none" strike="noStrike" cap="none" dirty="0">
                <a:solidFill>
                  <a:srgbClr val="000000"/>
                </a:solidFill>
                <a:latin typeface="Georgia" panose="02040502050405020303" pitchFamily="18" charset="0"/>
                <a:ea typeface="Heebo"/>
                <a:cs typeface="Heebo"/>
                <a:sym typeface="Heebo"/>
              </a:rPr>
              <a:t>Delhi - NCR Campus</a:t>
            </a:r>
            <a:endParaRPr b="0" i="0" u="none" strike="noStrike" cap="none" dirty="0">
              <a:solidFill>
                <a:srgbClr val="000000"/>
              </a:solidFill>
              <a:latin typeface="Georgia" panose="02040502050405020303" pitchFamily="18" charset="0"/>
              <a:sym typeface="Arial"/>
            </a:endParaRPr>
          </a:p>
        </p:txBody>
      </p:sp>
      <p:pic>
        <p:nvPicPr>
          <p:cNvPr id="10" name="Google Shape;123;p4">
            <a:extLst>
              <a:ext uri="{FF2B5EF4-FFF2-40B4-BE49-F238E27FC236}">
                <a16:creationId xmlns:a16="http://schemas.microsoft.com/office/drawing/2014/main" id="{4CD6DC41-555C-4F67-865E-B3653435B579}"/>
              </a:ext>
            </a:extLst>
          </p:cNvPr>
          <p:cNvPicPr preferRelativeResize="0"/>
          <p:nvPr/>
        </p:nvPicPr>
        <p:blipFill rotWithShape="1">
          <a:blip r:embed="rId3">
            <a:alphaModFix/>
          </a:blip>
          <a:srcRect/>
          <a:stretch/>
        </p:blipFill>
        <p:spPr>
          <a:xfrm>
            <a:off x="5634246" y="1857439"/>
            <a:ext cx="1458569" cy="1973324"/>
          </a:xfrm>
          <a:prstGeom prst="rect">
            <a:avLst/>
          </a:prstGeom>
          <a:noFill/>
          <a:ln>
            <a:noFill/>
          </a:ln>
        </p:spPr>
      </p:pic>
      <p:sp>
        <p:nvSpPr>
          <p:cNvPr id="12" name="TextBox 11">
            <a:extLst>
              <a:ext uri="{FF2B5EF4-FFF2-40B4-BE49-F238E27FC236}">
                <a16:creationId xmlns:a16="http://schemas.microsoft.com/office/drawing/2014/main" id="{55F397B4-9032-40A5-8792-D3F58FEE2EDD}"/>
              </a:ext>
            </a:extLst>
          </p:cNvPr>
          <p:cNvSpPr txBox="1"/>
          <p:nvPr/>
        </p:nvSpPr>
        <p:spPr>
          <a:xfrm>
            <a:off x="1770430" y="4058741"/>
            <a:ext cx="2942247" cy="738664"/>
          </a:xfrm>
          <a:prstGeom prst="rect">
            <a:avLst/>
          </a:prstGeom>
          <a:noFill/>
        </p:spPr>
        <p:txBody>
          <a:bodyPr wrap="square">
            <a:spAutoFit/>
          </a:bodyPr>
          <a:lstStyle/>
          <a:p>
            <a:pPr marL="0" marR="0" lvl="0" indent="0" algn="l" rtl="0">
              <a:lnSpc>
                <a:spcPct val="100000"/>
              </a:lnSpc>
              <a:spcBef>
                <a:spcPts val="0"/>
              </a:spcBef>
              <a:spcAft>
                <a:spcPts val="0"/>
              </a:spcAft>
              <a:buNone/>
            </a:pPr>
            <a:r>
              <a:rPr lang="en-US" sz="1400" b="1" i="0" u="none" strike="noStrike" cap="none" dirty="0">
                <a:solidFill>
                  <a:srgbClr val="000000"/>
                </a:solidFill>
                <a:latin typeface="Georgia" panose="02040502050405020303" pitchFamily="18" charset="0"/>
                <a:ea typeface="Heebo"/>
                <a:cs typeface="Heebo"/>
                <a:sym typeface="Heebo"/>
              </a:rPr>
              <a:t>Ms. </a:t>
            </a:r>
            <a:r>
              <a:rPr lang="en-US" sz="1400" b="1" i="0" u="none" strike="noStrike" cap="none" dirty="0" err="1">
                <a:solidFill>
                  <a:srgbClr val="000000"/>
                </a:solidFill>
                <a:latin typeface="Georgia" panose="02040502050405020303" pitchFamily="18" charset="0"/>
                <a:ea typeface="Heebo"/>
                <a:cs typeface="Heebo"/>
                <a:sym typeface="Heebo"/>
              </a:rPr>
              <a:t>Archita</a:t>
            </a:r>
            <a:r>
              <a:rPr lang="en-US" sz="1400" b="1" i="0" u="none" strike="noStrike" cap="none" dirty="0">
                <a:solidFill>
                  <a:srgbClr val="000000"/>
                </a:solidFill>
                <a:latin typeface="Georgia" panose="02040502050405020303" pitchFamily="18" charset="0"/>
                <a:ea typeface="Heebo"/>
                <a:cs typeface="Heebo"/>
                <a:sym typeface="Heebo"/>
              </a:rPr>
              <a:t> R Nair</a:t>
            </a:r>
            <a:br>
              <a:rPr lang="en-US" sz="1400" b="0" i="0" u="none" strike="noStrike" cap="none" dirty="0">
                <a:solidFill>
                  <a:srgbClr val="000000"/>
                </a:solidFill>
                <a:latin typeface="Georgia" panose="02040502050405020303" pitchFamily="18" charset="0"/>
                <a:sym typeface="Arial"/>
              </a:rPr>
            </a:br>
            <a:r>
              <a:rPr lang="en-US" sz="1400" b="0" i="0" u="none" strike="noStrike" cap="none" dirty="0">
                <a:solidFill>
                  <a:srgbClr val="000000"/>
                </a:solidFill>
                <a:latin typeface="Georgia" panose="02040502050405020303" pitchFamily="18" charset="0"/>
                <a:ea typeface="Heebo"/>
                <a:cs typeface="Heebo"/>
                <a:sym typeface="Heebo"/>
              </a:rPr>
              <a:t>Office of International Affairs</a:t>
            </a:r>
            <a:br>
              <a:rPr lang="en-US" sz="1400" b="0" i="0" u="none" strike="noStrike" cap="none" dirty="0">
                <a:solidFill>
                  <a:srgbClr val="000000"/>
                </a:solidFill>
                <a:latin typeface="Georgia" panose="02040502050405020303" pitchFamily="18" charset="0"/>
                <a:sym typeface="Arial"/>
              </a:rPr>
            </a:br>
            <a:r>
              <a:rPr lang="en-US" sz="1400" b="0" i="0" u="none" strike="noStrike" cap="none" dirty="0">
                <a:solidFill>
                  <a:srgbClr val="000000"/>
                </a:solidFill>
                <a:latin typeface="Georgia" panose="02040502050405020303" pitchFamily="18" charset="0"/>
                <a:ea typeface="Heebo"/>
                <a:cs typeface="Heebo"/>
                <a:sym typeface="Heebo"/>
              </a:rPr>
              <a:t>Pune- </a:t>
            </a:r>
            <a:r>
              <a:rPr lang="en-US" sz="1400" b="0" i="0" u="none" strike="noStrike" cap="none" dirty="0" err="1">
                <a:solidFill>
                  <a:srgbClr val="000000"/>
                </a:solidFill>
                <a:latin typeface="Georgia" panose="02040502050405020303" pitchFamily="18" charset="0"/>
                <a:ea typeface="Heebo"/>
                <a:cs typeface="Heebo"/>
                <a:sym typeface="Heebo"/>
              </a:rPr>
              <a:t>Lavasa</a:t>
            </a:r>
            <a:r>
              <a:rPr lang="en-US" sz="1400" b="0" i="0" u="none" strike="noStrike" cap="none" dirty="0">
                <a:solidFill>
                  <a:srgbClr val="000000"/>
                </a:solidFill>
                <a:latin typeface="Georgia" panose="02040502050405020303" pitchFamily="18" charset="0"/>
                <a:ea typeface="Heebo"/>
                <a:cs typeface="Heebo"/>
                <a:sym typeface="Heebo"/>
              </a:rPr>
              <a:t> Campus</a:t>
            </a:r>
            <a:endParaRPr lang="en-US" sz="1400" b="0" i="0" u="none" strike="noStrike" cap="none" dirty="0">
              <a:solidFill>
                <a:srgbClr val="000000"/>
              </a:solidFill>
              <a:latin typeface="Georgia" panose="02040502050405020303" pitchFamily="18" charset="0"/>
              <a:sym typeface="Arial"/>
            </a:endParaRPr>
          </a:p>
        </p:txBody>
      </p:sp>
      <p:sp>
        <p:nvSpPr>
          <p:cNvPr id="14" name="TextBox 13">
            <a:extLst>
              <a:ext uri="{FF2B5EF4-FFF2-40B4-BE49-F238E27FC236}">
                <a16:creationId xmlns:a16="http://schemas.microsoft.com/office/drawing/2014/main" id="{19B3B335-42CB-4D3C-B7A7-67DA66743B22}"/>
              </a:ext>
            </a:extLst>
          </p:cNvPr>
          <p:cNvSpPr txBox="1"/>
          <p:nvPr/>
        </p:nvSpPr>
        <p:spPr>
          <a:xfrm>
            <a:off x="448069" y="766557"/>
            <a:ext cx="2942246" cy="523220"/>
          </a:xfrm>
          <a:prstGeom prst="rect">
            <a:avLst/>
          </a:prstGeom>
          <a:noFill/>
        </p:spPr>
        <p:txBody>
          <a:bodyPr wrap="square">
            <a:spAutoFit/>
          </a:bodyPr>
          <a:lstStyle/>
          <a:p>
            <a:r>
              <a:rPr lang="en-US" sz="2800" b="1" dirty="0">
                <a:latin typeface="Georgia" panose="02040502050405020303" pitchFamily="18" charset="0"/>
              </a:rPr>
              <a:t>Team OIA </a:t>
            </a:r>
            <a:endParaRPr lang="en-IN" sz="2800" b="1" dirty="0">
              <a:latin typeface="Georgia" panose="02040502050405020303" pitchFamily="18" charset="0"/>
            </a:endParaRPr>
          </a:p>
        </p:txBody>
      </p:sp>
    </p:spTree>
    <p:extLst>
      <p:ext uri="{BB962C8B-B14F-4D97-AF65-F5344CB8AC3E}">
        <p14:creationId xmlns:p14="http://schemas.microsoft.com/office/powerpoint/2010/main" val="3634737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45B37-A059-4579-8B98-F347F7124703}"/>
              </a:ext>
            </a:extLst>
          </p:cNvPr>
          <p:cNvSpPr>
            <a:spLocks noGrp="1"/>
          </p:cNvSpPr>
          <p:nvPr>
            <p:ph type="title"/>
          </p:nvPr>
        </p:nvSpPr>
        <p:spPr>
          <a:xfrm>
            <a:off x="543817" y="722500"/>
            <a:ext cx="3796066" cy="763500"/>
          </a:xfrm>
        </p:spPr>
        <p:txBody>
          <a:bodyPr/>
          <a:lstStyle/>
          <a:p>
            <a:r>
              <a:rPr lang="en-US" sz="2400" dirty="0">
                <a:latin typeface="Georgia" panose="02040502050405020303" pitchFamily="18" charset="0"/>
              </a:rPr>
              <a:t>Mobility &amp; Exchange </a:t>
            </a:r>
            <a:endParaRPr lang="en-IN" sz="2400" dirty="0">
              <a:latin typeface="Georgia" panose="02040502050405020303" pitchFamily="18" charset="0"/>
            </a:endParaRPr>
          </a:p>
        </p:txBody>
      </p:sp>
      <p:sp>
        <p:nvSpPr>
          <p:cNvPr id="3" name="Text Placeholder 2">
            <a:extLst>
              <a:ext uri="{FF2B5EF4-FFF2-40B4-BE49-F238E27FC236}">
                <a16:creationId xmlns:a16="http://schemas.microsoft.com/office/drawing/2014/main" id="{298AE367-F93F-44CF-B598-C617E8ADA5C2}"/>
              </a:ext>
            </a:extLst>
          </p:cNvPr>
          <p:cNvSpPr>
            <a:spLocks noGrp="1"/>
          </p:cNvSpPr>
          <p:nvPr>
            <p:ph type="body" idx="1"/>
          </p:nvPr>
        </p:nvSpPr>
        <p:spPr>
          <a:xfrm>
            <a:off x="311700" y="1356867"/>
            <a:ext cx="4260300" cy="4555200"/>
          </a:xfrm>
        </p:spPr>
        <p:style>
          <a:lnRef idx="2">
            <a:schemeClr val="dk1"/>
          </a:lnRef>
          <a:fillRef idx="1">
            <a:schemeClr val="lt1"/>
          </a:fillRef>
          <a:effectRef idx="0">
            <a:schemeClr val="dk1"/>
          </a:effectRef>
          <a:fontRef idx="minor">
            <a:schemeClr val="dk1"/>
          </a:fontRef>
        </p:style>
        <p:txBody>
          <a:bodyPr/>
          <a:lstStyle/>
          <a:p>
            <a:pPr marL="457200" lvl="0" indent="-476250" rtl="0">
              <a:lnSpc>
                <a:spcPct val="150000"/>
              </a:lnSpc>
              <a:spcBef>
                <a:spcPts val="0"/>
              </a:spcBef>
              <a:spcAft>
                <a:spcPts val="0"/>
              </a:spcAft>
              <a:buSzPts val="3900"/>
              <a:buFont typeface="Wingdings" panose="05000000000000000000" pitchFamily="2" charset="2"/>
              <a:buChar char="Ø"/>
            </a:pPr>
            <a:r>
              <a:rPr lang="en-US" sz="1600" b="1" dirty="0">
                <a:latin typeface="Georgia" panose="02040502050405020303" pitchFamily="18" charset="0"/>
              </a:rPr>
              <a:t>India Gateway Training Programs</a:t>
            </a:r>
          </a:p>
          <a:p>
            <a:pPr marL="0" lvl="0" indent="0" rtl="0">
              <a:lnSpc>
                <a:spcPct val="150000"/>
              </a:lnSpc>
              <a:spcBef>
                <a:spcPts val="0"/>
              </a:spcBef>
              <a:spcAft>
                <a:spcPts val="0"/>
              </a:spcAft>
              <a:buSzPts val="3900"/>
              <a:buNone/>
            </a:pPr>
            <a:r>
              <a:rPr lang="en-US" sz="1600" b="1" dirty="0">
                <a:latin typeface="Georgia" panose="02040502050405020303" pitchFamily="18" charset="0"/>
              </a:rPr>
              <a:t> </a:t>
            </a:r>
          </a:p>
          <a:p>
            <a:pPr marL="457200" lvl="0" indent="-476250" rtl="0">
              <a:lnSpc>
                <a:spcPct val="150000"/>
              </a:lnSpc>
              <a:spcBef>
                <a:spcPts val="0"/>
              </a:spcBef>
              <a:spcAft>
                <a:spcPts val="0"/>
              </a:spcAft>
              <a:buSzPts val="3900"/>
              <a:buFont typeface="Wingdings" panose="05000000000000000000" pitchFamily="2" charset="2"/>
              <a:buChar char="Ø"/>
            </a:pPr>
            <a:r>
              <a:rPr lang="en-US" sz="1600" b="1" dirty="0">
                <a:solidFill>
                  <a:schemeClr val="dk1"/>
                </a:solidFill>
                <a:latin typeface="Georgia" panose="02040502050405020303" pitchFamily="18" charset="0"/>
              </a:rPr>
              <a:t>International Summer School </a:t>
            </a:r>
          </a:p>
          <a:p>
            <a:pPr marL="0" lvl="0" indent="0" rtl="0">
              <a:lnSpc>
                <a:spcPct val="150000"/>
              </a:lnSpc>
              <a:spcBef>
                <a:spcPts val="0"/>
              </a:spcBef>
              <a:spcAft>
                <a:spcPts val="0"/>
              </a:spcAft>
              <a:buSzPts val="3900"/>
              <a:buNone/>
            </a:pPr>
            <a:endParaRPr lang="en-US" sz="1600" b="1" dirty="0">
              <a:solidFill>
                <a:schemeClr val="dk1"/>
              </a:solidFill>
              <a:latin typeface="Georgia" panose="02040502050405020303" pitchFamily="18" charset="0"/>
            </a:endParaRPr>
          </a:p>
          <a:p>
            <a:pPr marL="457200" lvl="0" indent="-476250" rtl="0">
              <a:lnSpc>
                <a:spcPct val="150000"/>
              </a:lnSpc>
              <a:spcBef>
                <a:spcPts val="0"/>
              </a:spcBef>
              <a:spcAft>
                <a:spcPts val="0"/>
              </a:spcAft>
              <a:buClr>
                <a:schemeClr val="dk1"/>
              </a:buClr>
              <a:buSzPts val="3900"/>
              <a:buFont typeface="Wingdings" panose="05000000000000000000" pitchFamily="2" charset="2"/>
              <a:buChar char="Ø"/>
            </a:pPr>
            <a:r>
              <a:rPr lang="en-US" sz="1600" b="1" dirty="0">
                <a:solidFill>
                  <a:schemeClr val="dk1"/>
                </a:solidFill>
                <a:latin typeface="Georgia" panose="02040502050405020303" pitchFamily="18" charset="0"/>
              </a:rPr>
              <a:t>International Student Exchange</a:t>
            </a:r>
          </a:p>
          <a:p>
            <a:pPr marL="0" lvl="0" indent="0" rtl="0">
              <a:lnSpc>
                <a:spcPct val="150000"/>
              </a:lnSpc>
              <a:spcBef>
                <a:spcPts val="0"/>
              </a:spcBef>
              <a:spcAft>
                <a:spcPts val="0"/>
              </a:spcAft>
              <a:buClr>
                <a:schemeClr val="dk1"/>
              </a:buClr>
              <a:buSzPts val="3900"/>
              <a:buNone/>
            </a:pPr>
            <a:endParaRPr lang="en-US" sz="1600" b="1" dirty="0">
              <a:solidFill>
                <a:schemeClr val="dk1"/>
              </a:solidFill>
              <a:latin typeface="Georgia" panose="02040502050405020303" pitchFamily="18" charset="0"/>
            </a:endParaRPr>
          </a:p>
          <a:p>
            <a:pPr marL="457200" lvl="0" indent="-476250" rtl="0">
              <a:lnSpc>
                <a:spcPct val="150000"/>
              </a:lnSpc>
              <a:spcBef>
                <a:spcPts val="0"/>
              </a:spcBef>
              <a:spcAft>
                <a:spcPts val="0"/>
              </a:spcAft>
              <a:buSzPts val="3900"/>
              <a:buFont typeface="Wingdings" panose="05000000000000000000" pitchFamily="2" charset="2"/>
              <a:buChar char="Ø"/>
            </a:pPr>
            <a:r>
              <a:rPr lang="en-US" sz="1600" b="1" dirty="0">
                <a:latin typeface="Georgia" panose="02040502050405020303" pitchFamily="18" charset="0"/>
              </a:rPr>
              <a:t>Credit Exchange </a:t>
            </a:r>
            <a:r>
              <a:rPr lang="en-US" sz="1600" b="1" dirty="0">
                <a:solidFill>
                  <a:schemeClr val="dk1"/>
                </a:solidFill>
                <a:latin typeface="Georgia" panose="02040502050405020303" pitchFamily="18" charset="0"/>
              </a:rPr>
              <a:t>Outgoing Students</a:t>
            </a:r>
            <a:r>
              <a:rPr lang="en-US" sz="1600" b="1" dirty="0">
                <a:latin typeface="Georgia" panose="02040502050405020303" pitchFamily="18" charset="0"/>
              </a:rPr>
              <a:t> </a:t>
            </a:r>
          </a:p>
          <a:p>
            <a:pPr marL="457200" lvl="0" indent="-476250" rtl="0">
              <a:lnSpc>
                <a:spcPct val="150000"/>
              </a:lnSpc>
              <a:spcBef>
                <a:spcPts val="0"/>
              </a:spcBef>
              <a:spcAft>
                <a:spcPts val="0"/>
              </a:spcAft>
              <a:buSzPts val="3900"/>
              <a:buFont typeface="Wingdings" panose="05000000000000000000" pitchFamily="2" charset="2"/>
              <a:buChar char="Ø"/>
            </a:pPr>
            <a:r>
              <a:rPr lang="en-US" sz="1600" b="1" dirty="0">
                <a:latin typeface="Georgia" panose="02040502050405020303" pitchFamily="18" charset="0"/>
              </a:rPr>
              <a:t>Degree Seeking Outgoing Students </a:t>
            </a:r>
          </a:p>
          <a:p>
            <a:pPr>
              <a:buFont typeface="Wingdings" panose="05000000000000000000" pitchFamily="2" charset="2"/>
              <a:buChar char="Ø"/>
            </a:pPr>
            <a:endParaRPr lang="en-IN" dirty="0"/>
          </a:p>
        </p:txBody>
      </p:sp>
      <p:sp>
        <p:nvSpPr>
          <p:cNvPr id="4" name="Text Placeholder 3">
            <a:extLst>
              <a:ext uri="{FF2B5EF4-FFF2-40B4-BE49-F238E27FC236}">
                <a16:creationId xmlns:a16="http://schemas.microsoft.com/office/drawing/2014/main" id="{071093B4-EA2E-4724-8261-96EE169ED188}"/>
              </a:ext>
            </a:extLst>
          </p:cNvPr>
          <p:cNvSpPr>
            <a:spLocks noGrp="1"/>
          </p:cNvSpPr>
          <p:nvPr>
            <p:ph type="body" idx="2"/>
          </p:nvPr>
        </p:nvSpPr>
        <p:spPr>
          <a:xfrm>
            <a:off x="4712677" y="1356867"/>
            <a:ext cx="4119623" cy="4555200"/>
          </a:xfrm>
        </p:spPr>
        <p:style>
          <a:lnRef idx="2">
            <a:schemeClr val="dk1"/>
          </a:lnRef>
          <a:fillRef idx="1">
            <a:schemeClr val="lt1"/>
          </a:fillRef>
          <a:effectRef idx="0">
            <a:schemeClr val="dk1"/>
          </a:effectRef>
          <a:fontRef idx="minor">
            <a:schemeClr val="dk1"/>
          </a:fontRef>
        </p:style>
        <p:txBody>
          <a:bodyPr/>
          <a:lstStyle/>
          <a:p>
            <a:pPr marL="457200" lvl="0" indent="-476250" rtl="0">
              <a:lnSpc>
                <a:spcPct val="150000"/>
              </a:lnSpc>
              <a:spcBef>
                <a:spcPts val="0"/>
              </a:spcBef>
              <a:spcAft>
                <a:spcPts val="0"/>
              </a:spcAft>
              <a:buSzPts val="3900"/>
              <a:buFont typeface="Wingdings" panose="05000000000000000000" pitchFamily="2" charset="2"/>
              <a:buChar char="Ø"/>
            </a:pPr>
            <a:r>
              <a:rPr lang="en-US" sz="1800" b="1" dirty="0">
                <a:latin typeface="Georgia" panose="02040502050405020303" pitchFamily="18" charset="0"/>
              </a:rPr>
              <a:t>International Admission</a:t>
            </a:r>
          </a:p>
          <a:p>
            <a:pPr marL="457200" lvl="0" indent="-476250" rtl="0">
              <a:lnSpc>
                <a:spcPct val="150000"/>
              </a:lnSpc>
              <a:spcBef>
                <a:spcPts val="0"/>
              </a:spcBef>
              <a:spcAft>
                <a:spcPts val="0"/>
              </a:spcAft>
              <a:buSzPts val="3900"/>
              <a:buFont typeface="Wingdings" panose="05000000000000000000" pitchFamily="2" charset="2"/>
              <a:buChar char="Ø"/>
            </a:pPr>
            <a:endParaRPr lang="en-US" sz="1800" b="1" dirty="0">
              <a:latin typeface="Georgia" panose="02040502050405020303" pitchFamily="18" charset="0"/>
            </a:endParaRPr>
          </a:p>
          <a:p>
            <a:pPr marL="457200" lvl="0" indent="-476250" rtl="0">
              <a:lnSpc>
                <a:spcPct val="150000"/>
              </a:lnSpc>
              <a:spcBef>
                <a:spcPts val="0"/>
              </a:spcBef>
              <a:spcAft>
                <a:spcPts val="0"/>
              </a:spcAft>
              <a:buSzPts val="3900"/>
              <a:buFont typeface="Wingdings" panose="05000000000000000000" pitchFamily="2" charset="2"/>
              <a:buChar char="Ø"/>
            </a:pPr>
            <a:r>
              <a:rPr lang="en-US" sz="1800" b="1" dirty="0">
                <a:solidFill>
                  <a:schemeClr val="dk1"/>
                </a:solidFill>
                <a:latin typeface="Georgia" panose="02040502050405020303" pitchFamily="18" charset="0"/>
              </a:rPr>
              <a:t>FRRO Registration Guidance</a:t>
            </a:r>
          </a:p>
          <a:p>
            <a:pPr marL="457200" lvl="0" indent="-476250" rtl="0">
              <a:lnSpc>
                <a:spcPct val="150000"/>
              </a:lnSpc>
              <a:spcBef>
                <a:spcPts val="0"/>
              </a:spcBef>
              <a:spcAft>
                <a:spcPts val="0"/>
              </a:spcAft>
              <a:buSzPts val="3900"/>
              <a:buFont typeface="Wingdings" panose="05000000000000000000" pitchFamily="2" charset="2"/>
              <a:buChar char="Ø"/>
            </a:pPr>
            <a:endParaRPr lang="en-US" sz="1800" b="1" dirty="0">
              <a:solidFill>
                <a:schemeClr val="dk1"/>
              </a:solidFill>
              <a:latin typeface="Georgia" panose="02040502050405020303" pitchFamily="18" charset="0"/>
            </a:endParaRPr>
          </a:p>
          <a:p>
            <a:pPr marL="457200" lvl="0" indent="-476250" rtl="0">
              <a:lnSpc>
                <a:spcPct val="150000"/>
              </a:lnSpc>
              <a:spcBef>
                <a:spcPts val="0"/>
              </a:spcBef>
              <a:spcAft>
                <a:spcPts val="0"/>
              </a:spcAft>
              <a:buClr>
                <a:schemeClr val="dk1"/>
              </a:buClr>
              <a:buSzPts val="3900"/>
              <a:buFont typeface="Wingdings" panose="05000000000000000000" pitchFamily="2" charset="2"/>
              <a:buChar char="Ø"/>
            </a:pPr>
            <a:r>
              <a:rPr lang="en-US" sz="1800" b="1" dirty="0">
                <a:solidFill>
                  <a:schemeClr val="dk1"/>
                </a:solidFill>
                <a:latin typeface="Georgia" panose="02040502050405020303" pitchFamily="18" charset="0"/>
              </a:rPr>
              <a:t>International Students Welfare &amp; Assistance</a:t>
            </a:r>
          </a:p>
          <a:p>
            <a:pPr marL="457200" lvl="0" indent="-476250" rtl="0">
              <a:lnSpc>
                <a:spcPct val="150000"/>
              </a:lnSpc>
              <a:spcBef>
                <a:spcPts val="0"/>
              </a:spcBef>
              <a:spcAft>
                <a:spcPts val="0"/>
              </a:spcAft>
              <a:buClr>
                <a:schemeClr val="dk1"/>
              </a:buClr>
              <a:buSzPts val="3900"/>
              <a:buFont typeface="Wingdings" panose="05000000000000000000" pitchFamily="2" charset="2"/>
              <a:buChar char="Ø"/>
            </a:pPr>
            <a:endParaRPr lang="en-US" sz="1800" b="1" dirty="0">
              <a:solidFill>
                <a:schemeClr val="dk1"/>
              </a:solidFill>
              <a:latin typeface="Georgia" panose="02040502050405020303" pitchFamily="18" charset="0"/>
            </a:endParaRPr>
          </a:p>
          <a:p>
            <a:pPr marL="457200" lvl="0" indent="-476250" rtl="0">
              <a:lnSpc>
                <a:spcPct val="150000"/>
              </a:lnSpc>
              <a:spcBef>
                <a:spcPts val="0"/>
              </a:spcBef>
              <a:spcAft>
                <a:spcPts val="0"/>
              </a:spcAft>
              <a:buSzPts val="3900"/>
              <a:buFont typeface="Wingdings" panose="05000000000000000000" pitchFamily="2" charset="2"/>
              <a:buChar char="Ø"/>
            </a:pPr>
            <a:r>
              <a:rPr lang="en-US" sz="1800" b="1" dirty="0">
                <a:latin typeface="Georgia" panose="02040502050405020303" pitchFamily="18" charset="0"/>
              </a:rPr>
              <a:t>ICC Programs</a:t>
            </a:r>
          </a:p>
          <a:p>
            <a:pPr marL="457200" lvl="0" indent="-476250" rtl="0">
              <a:lnSpc>
                <a:spcPct val="150000"/>
              </a:lnSpc>
              <a:spcBef>
                <a:spcPts val="0"/>
              </a:spcBef>
              <a:spcAft>
                <a:spcPts val="0"/>
              </a:spcAft>
              <a:buSzPts val="3900"/>
              <a:buFont typeface="Wingdings" panose="05000000000000000000" pitchFamily="2" charset="2"/>
              <a:buChar char="Ø"/>
            </a:pPr>
            <a:endParaRPr lang="en-US" sz="1800" b="1" dirty="0">
              <a:latin typeface="Georgia" panose="02040502050405020303" pitchFamily="18" charset="0"/>
            </a:endParaRPr>
          </a:p>
          <a:p>
            <a:endParaRPr lang="en-IN" dirty="0"/>
          </a:p>
        </p:txBody>
      </p:sp>
      <p:sp>
        <p:nvSpPr>
          <p:cNvPr id="5" name="Title 1">
            <a:extLst>
              <a:ext uri="{FF2B5EF4-FFF2-40B4-BE49-F238E27FC236}">
                <a16:creationId xmlns:a16="http://schemas.microsoft.com/office/drawing/2014/main" id="{4199FEF2-4CC6-49EA-AB04-0E1B7FD6950A}"/>
              </a:ext>
            </a:extLst>
          </p:cNvPr>
          <p:cNvSpPr txBox="1">
            <a:spLocks/>
          </p:cNvSpPr>
          <p:nvPr/>
        </p:nvSpPr>
        <p:spPr>
          <a:xfrm>
            <a:off x="4572000" y="722500"/>
            <a:ext cx="4670607" cy="763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1pPr>
            <a:lvl2pPr marR="0" lvl="1"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2pPr>
            <a:lvl3pPr marR="0" lvl="2"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3pPr>
            <a:lvl4pPr marR="0" lvl="3"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4pPr>
            <a:lvl5pPr marR="0" lvl="4"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5pPr>
            <a:lvl6pPr marR="0" lvl="5"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6pPr>
            <a:lvl7pPr marR="0" lvl="6"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7pPr>
            <a:lvl8pPr marR="0" lvl="7"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8pPr>
            <a:lvl9pPr marR="0" lvl="8"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9pPr>
          </a:lstStyle>
          <a:p>
            <a:r>
              <a:rPr lang="en-US" sz="2400" dirty="0">
                <a:latin typeface="Georgia" panose="02040502050405020303" pitchFamily="18" charset="0"/>
              </a:rPr>
              <a:t>Student Services &amp; Welfare</a:t>
            </a:r>
            <a:endParaRPr lang="en-IN" sz="2400" dirty="0">
              <a:latin typeface="Georgia" panose="02040502050405020303" pitchFamily="18" charset="0"/>
            </a:endParaRPr>
          </a:p>
        </p:txBody>
      </p:sp>
    </p:spTree>
    <p:extLst>
      <p:ext uri="{BB962C8B-B14F-4D97-AF65-F5344CB8AC3E}">
        <p14:creationId xmlns:p14="http://schemas.microsoft.com/office/powerpoint/2010/main" val="29371679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47F2C86-796C-4EC4-A15E-3A12BF060E89}"/>
              </a:ext>
            </a:extLst>
          </p:cNvPr>
          <p:cNvSpPr txBox="1"/>
          <p:nvPr/>
        </p:nvSpPr>
        <p:spPr>
          <a:xfrm>
            <a:off x="1042767" y="1935556"/>
            <a:ext cx="7313441" cy="2246769"/>
          </a:xfrm>
          <a:prstGeom prst="rect">
            <a:avLst/>
          </a:prstGeom>
          <a:noFill/>
        </p:spPr>
        <p:txBody>
          <a:bodyPr wrap="square">
            <a:spAutoFit/>
          </a:bodyPr>
          <a:lstStyle/>
          <a:p>
            <a:pPr marL="50800" lvl="0" indent="0" algn="ctr" rtl="0">
              <a:lnSpc>
                <a:spcPct val="100000"/>
              </a:lnSpc>
              <a:spcBef>
                <a:spcPts val="0"/>
              </a:spcBef>
              <a:spcAft>
                <a:spcPts val="0"/>
              </a:spcAft>
              <a:buSzPts val="2800"/>
              <a:buNone/>
            </a:pPr>
            <a:r>
              <a:rPr lang="en-US" sz="2800" dirty="0">
                <a:latin typeface="Georgia"/>
                <a:ea typeface="Georgia"/>
                <a:cs typeface="Georgia"/>
                <a:sym typeface="Georgia"/>
              </a:rPr>
              <a:t>”At </a:t>
            </a:r>
            <a:r>
              <a:rPr lang="en-US" sz="2800" b="1" dirty="0">
                <a:latin typeface="Georgia"/>
                <a:ea typeface="Georgia"/>
                <a:cs typeface="Georgia"/>
                <a:sym typeface="Georgia"/>
              </a:rPr>
              <a:t>CHRIST University, </a:t>
            </a:r>
            <a:r>
              <a:rPr lang="en-US" sz="2800" dirty="0">
                <a:latin typeface="Georgia"/>
                <a:ea typeface="Georgia"/>
                <a:cs typeface="Georgia"/>
                <a:sym typeface="Georgia"/>
              </a:rPr>
              <a:t>international students are not just welcomed —</a:t>
            </a:r>
          </a:p>
          <a:p>
            <a:pPr marL="50800" lvl="0" indent="0" algn="ctr" rtl="0">
              <a:lnSpc>
                <a:spcPct val="100000"/>
              </a:lnSpc>
              <a:spcBef>
                <a:spcPts val="0"/>
              </a:spcBef>
              <a:spcAft>
                <a:spcPts val="0"/>
              </a:spcAft>
              <a:buSzPts val="2800"/>
              <a:buNone/>
            </a:pPr>
            <a:r>
              <a:rPr lang="en-US" sz="2800" dirty="0">
                <a:latin typeface="Georgia"/>
                <a:ea typeface="Georgia"/>
                <a:cs typeface="Georgia"/>
                <a:sym typeface="Georgia"/>
              </a:rPr>
              <a:t> they are supported, guided, and empowered to thrive academically, socially, and personally."</a:t>
            </a:r>
          </a:p>
        </p:txBody>
      </p:sp>
    </p:spTree>
    <p:extLst>
      <p:ext uri="{BB962C8B-B14F-4D97-AF65-F5344CB8AC3E}">
        <p14:creationId xmlns:p14="http://schemas.microsoft.com/office/powerpoint/2010/main" val="18847442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126610"/>
            <a:ext cx="8520600" cy="5775426"/>
          </a:xfrm>
        </p:spPr>
        <p:txBody>
          <a:bodyPr/>
          <a:lstStyle/>
          <a:p>
            <a:br>
              <a:rPr lang="en-US" dirty="0"/>
            </a:br>
            <a:br>
              <a:rPr lang="en-IN" dirty="0"/>
            </a:br>
            <a:br>
              <a:rPr lang="en-IN" dirty="0"/>
            </a:br>
            <a:br>
              <a:rPr lang="en-IN" dirty="0"/>
            </a:br>
            <a:br>
              <a:rPr lang="en-IN" dirty="0"/>
            </a:br>
            <a:r>
              <a:rPr lang="en-IN" dirty="0"/>
              <a:t>                 </a:t>
            </a:r>
            <a:r>
              <a:rPr lang="en-IN" sz="7200" dirty="0">
                <a:latin typeface="Georgia" panose="02040502050405020303" pitchFamily="18" charset="0"/>
              </a:rPr>
              <a:t>THANK YOU </a:t>
            </a:r>
          </a:p>
        </p:txBody>
      </p:sp>
    </p:spTree>
    <p:extLst>
      <p:ext uri="{BB962C8B-B14F-4D97-AF65-F5344CB8AC3E}">
        <p14:creationId xmlns:p14="http://schemas.microsoft.com/office/powerpoint/2010/main" val="1363185093"/>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1542</TotalTime>
  <Words>1147</Words>
  <Application>Microsoft Office PowerPoint</Application>
  <PresentationFormat>On-screen Show (4:3)</PresentationFormat>
  <Paragraphs>115</Paragraphs>
  <Slides>12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Georgia</vt:lpstr>
      <vt:lpstr>Wingdings</vt:lpstr>
      <vt:lpstr>Arial</vt:lpstr>
      <vt:lpstr>Heebo</vt:lpstr>
      <vt:lpstr>Archivo Narrow</vt:lpstr>
      <vt:lpstr>IBM Plex Sans Condensed</vt:lpstr>
      <vt:lpstr>Simple Light</vt:lpstr>
      <vt:lpstr>PowerPoint Presentation</vt:lpstr>
      <vt:lpstr>General Guidelines   Pre-Joining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Mobility &amp; Exchange </vt:lpstr>
      <vt:lpstr>PowerPoint Presentation</vt:lpstr>
      <vt:lpstr>                      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dc:title>
  <dc:creator>Melissa</dc:creator>
  <cp:lastModifiedBy>Joe Ann C Serrano</cp:lastModifiedBy>
  <cp:revision>151</cp:revision>
  <dcterms:modified xsi:type="dcterms:W3CDTF">2026-06-05T06:43:59Z</dcterms:modified>
</cp:coreProperties>
</file>